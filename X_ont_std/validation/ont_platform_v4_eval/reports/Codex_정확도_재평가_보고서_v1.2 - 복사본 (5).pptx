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v1.2 재평가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76.88</c:v>
                </c:pt>
                <c:pt idx="2">
                  <c:v>72.92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14B8A6"/>
              </a:solidFill>
            </c:spPr>
          </c:dPt>
          <c:cat>
            <c:strRef>
              <c:f>Sheet1!$A$2:$A$5</c:f>
              <c:strCache>
                <c:ptCount val="4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  <c:pt idx="3">
                  <c:v>Team4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76.88</c:v>
                </c:pt>
                <c:pt idx="2">
                  <c:v>72.92</c:v>
                </c:pt>
                <c:pt idx="3">
                  <c:v>85.0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413999"/>
            <a:ext cx="1152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7560000" cy="93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4E"/>
                </a:solidFill>
                <a:latin typeface="Malgun Gothic"/>
              </a:rPr>
              <a:t>RAG·온톨로지
정확도 재평가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최종 1위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  <a:latin typeface="Malgun Gothic"/>
              </a:rPr>
              <a:t>Team4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85.00% · 보정 반영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Team1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563EB"/>
                </a:solidFill>
                <a:latin typeface="Malgun Gothic"/>
              </a:rPr>
              <a:t>76.88%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wrong-source 반영 최종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평가 평균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76.31%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Team1·Team2 보정 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00" y="756000"/>
            <a:ext cx="3096000" cy="36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algun Gothic"/>
              </a:rPr>
              <a:t>보정 전 평가는 시스템 간 단순 정확도 비교였다.
보정 후 평가는 ‘근거가 없는 질문을 거절할 수 있는가’, ‘잘못된 출처를 차단할 수 있는가’, ‘검색 근거를 설명할 수 있는가’를 함께 보는 평가로 바뀌었다.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263999"/>
            <a:ext cx="5760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Source: 3팀_정확도_비교.xlsx → v1.2 재평가 final + Team2 STD-S-05 보정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체계가 바뀌었다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보정과 함정 문항 처리로 단순 점수 비교에서 서비스 품질 평가로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기존 3팀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3팀_정확도_비교.xlsx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4팀 평가 결과 + v1.2 정답지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Snowflake RAG 문항으로 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" y="3006000"/>
          <a:ext cx="5400000" cy="26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52000" y="3096000"/>
            <a:ext cx="4320000" cy="20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기존 Team0~2 답변 원문은 보존하고, v1.2 기준으로 점수만 재산정했다.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Team4는 ont_platform v4 답변을 추가해 동일 기준으로 비교했다.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정답 자체의 편향과 질문 유도 오류를 보정하면서 평가 목표가 더 현실적인 서비스 검증으로 바뀌었다.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최종 순위는 Team4, Team1, Team2, Team0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Team1 wrong-source 감점과 Team2 STD-S-05 보정을 모두 반영한 최종 점수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6000" y="1080000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080000"/>
            <a:ext cx="28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6000" y="13608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13608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ont_platform v4 기준, 함정 질문 거절과 출처 제한에서 가장 안정적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6000" y="16416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76.88%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16416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RAG 하이브리드 효과는 있으나, STD-S wrong-source 7문항 감점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6000" y="19224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72.92%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9224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Advanced RAG 문항은 강하고 STD-S-05는 적절했으나, 다른 STD-S 차단 한계 존재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6000" y="22032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22032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순수 RAG로 기준선 역할. 보정 후 도입 고려 수준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Advanced RAG는 Team2, Ontology와 Snowflake 함정 대응은 Team1·Team4가 상대적으로 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999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8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55.62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808000"/>
            <a:ext cx="5328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078000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3588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3639600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39204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55.62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63.12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0000" y="1152000"/>
            <a:ext cx="3600000" cy="28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Team2는 Advanced RAG 특화 질문에서 93.75%로 가장 강했다.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Team1은 전 영역에서 균형적으로 높고, Snowflake 함정 질문 차단도 우수했다.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Team4는 Snowflake 함정 문항에서 90.62%로 강하지만 Ontology 문항은 추가 개선 여지가 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팀별 해석은 ‘기술명’보다 실제 동작 기준으로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평가 명칭, 구현 실제, 출처 차단 여부가 모두 다르므로 점수만으로 결론을 내리면 위험하다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080000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080000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080000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8000" y="13608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3608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3608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관련 없음 감지와 정교한 근거 통제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6416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6416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전체 점수는 1위,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6416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HNIX 중간점검 PPT 등 잘못된 출처를 근거로 사용해 점수 과대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19224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19224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 문항 최상위, STD-S-05는 적절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19224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다수 STD-S에서 다른 문서/일반론 출력. threshold 또는 환각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8000" y="22032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2032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2032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752000"/>
            <a:ext cx="10440000" cy="39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52A4E"/>
                </a:solidFill>
                <a:latin typeface="Malgun Gothic"/>
              </a:rPr>
              <a:t>진짜 비교 포인트는 ‘어떤 시스템이 평균 점수가 높은가’보다 ‘어떤 질문 유형에서 어떤 검색 기술이 실패했는가’다.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STD-S01 질문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RAG의 구체 구현은 제공 문서에 없다.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따라서 관련 없음 또는 문서 근거 없음이라고 명시한다.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부가 설명이 없어도 100점, 일반적 RAG 관점 설명을 덧붙여도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관련 없음 표현 없이 Snowflake 기능을 실제 근거처럼 설명한다.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언급 질문인데 문서 부재를 말하지 않는다.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온톨로지/RAG 등 다른 주제로 우회 답변한다.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추가 발견: wrong-source leakage가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STD-S 함정 질문에서 ‘관련 없음’만 보는 평가는 부족하다. 잘못된 출처를 끌어온 답변도 감점해야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251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관찰된 현상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6000" y="1475999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1565999" y="1475999"/>
            <a:ext cx="54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관찰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6000" y="1475999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평가상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6000" y="1756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65999" y="17568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Snowflake 직접 근거는 없다고 말한 뒤 HNIX AI Labs 2기 중간점검-v1.2.pptx 내용을 근거처럼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6000" y="1756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관련 없음 표현만으로 만점 처리하면 점수 과대 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6000" y="2037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65999" y="2037600"/>
            <a:ext cx="54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STD-S-05는 문서 내 명확한 정보가 없다고 제한해 적절했으나, 다른 STD-S 일부에서 다른 논문/일반론/RDF/온톨로지 내용을 출력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6000" y="2037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문서 범위 차단 실패 또는 환각 가능성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6000" y="2318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평가자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65999" y="2318400"/>
            <a:ext cx="54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wrong-source가 포함되어도 관련 없음 문구가 있으면 100점을 부여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6000" y="2318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judge/evaluator도 출처 검증 로직이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000" y="3780000"/>
            <a:ext cx="972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DC2626"/>
                </a:solidFill>
                <a:latin typeface="Malgun Gothic"/>
              </a:rPr>
              <a:t>함정 질문의 만점 조건은 ‘관련 없음 명시’뿐 아니라 ‘허용된 평가 문서 밖의 근거를 사용하지 않음’까지 포함해야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0000" y="4464000"/>
            <a:ext cx="9180000" cy="12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출처 문서 whitelist를 두고, 검색·생성·평가 단계에서 모두 검증한다.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답변이 문서 부재를 말하더라도 잘못된 문서 내용을 근거로 확장하면 감점한다.</a:t>
            </a:r>
          </a:p>
          <a:p>
            <a:pPr>
              <a:spcAft>
                <a:spcPts val="400"/>
              </a:spcAft>
            </a:pPr>
            <a:r>
              <a:rPr sz="1240" b="0">
                <a:solidFill>
                  <a:srgbClr val="1E293B"/>
                </a:solidFill>
                <a:latin typeface="Malgun Gothic"/>
              </a:rPr>
              <a:t>• Team1은 STD-S wrong-source 7개 문항을 100→60으로 감점하여 최종 76.88%로 반영했다.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4824000"/>
            <a:ext cx="900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핵심은 거절이 아니라 근거 범위의 정직한 표시다.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2: 예상 답변도 편향될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고객이 원하는 것은 문서 복원이 아니라, 문서 기반 답변과 전문가적 보정의 균형일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0440000" cy="43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algun Gothic"/>
              </a:rPr>
              <a:t>전문가는 때로 ‘우문현답’을 한다. RAG 서비스도 문서 기반 답변만 고집할지, 문서의 한계를 밝히고 보편적 통용 지식을 덧붙일지 옵션을 가져야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520000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52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520000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8008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80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8008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81600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8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81600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624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6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624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3·4: 정확도는 답변만으로 판단하기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정형화된 문제는 답이 하나처럼 보일 수 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여러 논문에서 질문하면 견해 차이와 비슷한 비중의 후보가 동시에 검색된다.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이때 단일 예상 답변과 비교하는 방식은 정확도 평가에 한계가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검색이 올바른 문서/페이지/청크를 찾았는가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생성이 검색 근거를 충실히 반영했는가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근거 없는 일반화나 환각이 있었는가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608000"/>
            <a:ext cx="1044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A4E"/>
                </a:solidFill>
                <a:latin typeface="Malgun Gothic"/>
              </a:rPr>
              <a:t>따라서 평가 결과에는 답변 점수뿐 아니라 문서명, 페이지, 청크 ID, 검색 점수, 사용 여부가 함께 남아야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1080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1080000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1080000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360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13608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1360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641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16416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1641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922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19224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1922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2203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22032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22032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24840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24840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24840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5094000"/>
            <a:ext cx="9720000" cy="3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향후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보정, 출처 whitelist, 근거 추적, 검색기술별 로그, 응답 모드 분리를 표준으로 가져가야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999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평가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1. 질문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 내/문서 외/부분 근거/일반 지식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question_type, support_scope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2. 출처 검증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허용 문서 whitelist, wrong-source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source_validity_flag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3. 검색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recall, 검색기술별 hit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retrieval_trace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4. 생성 평가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근거 반영률, 환각, 범위 제한 표현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answer_score, hallucination_flag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4840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5. 하이브리드 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벡터/BM25/온톨로지별 기여도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engine_contribution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27648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6. 운영 개선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threshold, reranker, prompt, ontology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5999" y="27648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improvement backlog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4464000"/>
            <a:ext cx="9720000" cy="1007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v1.2 재평가는 점수 보정이 아니라 평가 철학의 보정이다.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서비스화 단계에서는 ‘정답을 말하는 능력’과 ‘모르면 모른다고 말하는 능력’을 같은 수준으로 평가해야 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