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기존 3팀 평가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Sheet1!$A$2:$A$4</c:f>
              <c:strCache>
                <c:ptCount val="3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58.54</c:v>
                </c:pt>
                <c:pt idx="1">
                  <c:v>69.17</c:v>
                </c:pt>
                <c:pt idx="2">
                  <c:v>64.17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v1.2 재평가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14B8A6"/>
              </a:solidFill>
            </c:spPr>
          </c:dPt>
          <c:cat>
            <c:strRef>
              <c:f>Sheet1!$A$2:$A$5</c:f>
              <c:strCache>
                <c:ptCount val="4"/>
                <c:pt idx="0">
                  <c:v>0조</c:v>
                </c:pt>
                <c:pt idx="1">
                  <c:v>1조</c:v>
                </c:pt>
                <c:pt idx="2">
                  <c:v>2조</c:v>
                </c:pt>
                <c:pt idx="3">
                  <c:v>4조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  <c:pt idx="3">
                  <c:v>85.0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413999"/>
            <a:ext cx="1440000" cy="19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답변 보정후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1134000"/>
            <a:ext cx="7560000" cy="93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52A4E"/>
                </a:solidFill>
                <a:latin typeface="Malgun Gothic"/>
              </a:rPr>
              <a:t>AI Lab 2기 중간평가
API 정확도 리뷰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200" y="2286000"/>
            <a:ext cx="7740000" cy="28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예상 답안 보정, 함정 질문 처리, 근거 기반 평가 방식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" y="2898000"/>
            <a:ext cx="4680000" cy="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최종 1위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4B8A6"/>
                </a:solidFill>
                <a:latin typeface="Malgun Gothic"/>
              </a:rPr>
              <a:t>4조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85.00% · 보정 반영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1조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563EB"/>
                </a:solidFill>
                <a:latin typeface="Malgun Gothic"/>
              </a:rPr>
              <a:t>76.88%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wrong-source 반영 최종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평가 평균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76.31%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1조·2조 보정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8000" y="756000"/>
            <a:ext cx="3096000" cy="36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algun Gothic"/>
              </a:rPr>
              <a:t>보정 전 평가는 시스템 간 단순 정확도 비교였다.
보정 후 평가는 ‘근거가 없는 질문을 거절할 수 있는가’, ‘잘못된 출처를 차단할 수 있는가’, ‘검색 근거를 설명할 수 있는가’를 함께 보는 평가로 바뀌었다.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263999"/>
            <a:ext cx="5760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Source: AI Lab 2기 중간평가 API 정확도 산정(답변 보정전/후).xlsx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평가 체계가 바뀌었다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보정과 함정 문항 처리로 단순 점수 비교에서 서비스 품질 평가로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기존 3팀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2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3팀_정확도_비교.xlsx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4팀 평가 결과 + v1.2 정답지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초기 예상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예상 답변·근거·핵심포함어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STD-S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4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Snowflake RAG 문항으로 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2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문서에 없는 함정 질문으로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평가 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4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답변 유사도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근거 부재 감지 + 답변 정확도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0000" y="3006000"/>
          <a:ext cx="5400000" cy="262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552000" y="3096000"/>
            <a:ext cx="4320000" cy="20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기존 0~2조 답변 원문은 보존하고, 보정 기준으로 점수만 재산정했다.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4조는 ont_platform v4 답변을 추가해 동일 기준으로 비교했다.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정답 자체의 편향과 질문 유도 오류를 보정하면서 평가 목표가 더 현실적인 서비스 검증으로 바뀌었다.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최종 순위는 4조, 1조, 2조, 0조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1조 wrong-source 감점과 2조 STD-S-05 보정을 모두 반영한 최종 점수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000" y="1080000"/>
          <a:ext cx="6120000" cy="385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40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6000" y="1080000"/>
            <a:ext cx="9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최종 정확도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080000"/>
            <a:ext cx="28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4조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6000" y="13608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85.00%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8000" y="13608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ont_platform v4 기준, 함정 질문 거절과 출처 제한에서 가장 안정적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6000" y="16416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76.88%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8000" y="16416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RAG 하이브리드 효과는 있으나, STD-S wrong-source 7문항 감점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6000" y="19224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72.92%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19224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Advanced RAG 문항은 강하고 STD-S-05는 적절했으나, 다른 STD-S 차단 한계 존재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0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0조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6000" y="22032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8000" y="22032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순수 RAG로 기준선 역할. 보정 후 도입 고려 수준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카테고리별 강점은 다르게 나타났다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Advanced RAG는 2조, Ontology와 Snowflake 함정 대응은 1조·4조가 상대적으로 강하다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47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4748B"/>
                </a:solidFill>
                <a:latin typeface="Malgun Gothic"/>
              </a:rPr>
              <a:t>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999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0조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8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1조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2조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4조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14327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999" y="13392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88.75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91.25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93.75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2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215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5999" y="17280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69.38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8000" y="17280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83.75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71.88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74.38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10400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5999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2116800"/>
            <a:ext cx="1062000" cy="295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45.62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808000"/>
            <a:ext cx="5328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카테고리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3078000"/>
            <a:ext cx="154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0조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1조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2조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4조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평균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3588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88.75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91.25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93.75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3639600"/>
            <a:ext cx="15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69.38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83.75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71.88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999" y="39204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45.62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70.00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0000" y="1152000"/>
            <a:ext cx="3600000" cy="28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2조는 Advanced RAG 특화 질문에서 93.75%로 가장 강했다.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1조는 전 영역에서 균형적으로 높았지만 wrong-source 보정 후 순위가 낮아졌다.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4조는 Snowflake 함정 문항에서 90.62%로 강하지만 Ontology 문항은 추가 개선 여지가 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팀별 해석은 ‘기술명’보다 실제 동작 기준으로 봐야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평가 명칭, 구현 실제, 출처 차단 여부가 모두 다르므로 점수만으로 결론을 내리면 위험하다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000" y="1080000"/>
            <a:ext cx="25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설계/구현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7999" y="1080000"/>
            <a:ext cx="266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0" y="1080000"/>
            <a:ext cx="410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0조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8000" y="13608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7999" y="13608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기본 검색·생성 기준선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0" y="13608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관련 없음 감지와 정교한 근거 통제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6416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온톨로지 취지 + RAG 하이브리드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7999" y="16416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하이브리드 효과와 균형형 성능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2000" y="16416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HNIX 중간점검 PPT 등 잘못된 출처를 근거로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19224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7999" y="19224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 문항 최상위, STD-S-05는 적절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19224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다수 STD-S에서 다른 문서/일반론 출력. threshold 또는 환각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4조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8000" y="22032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ont_platform 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7999" y="22032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함정 질문 대응 강함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2000" y="22032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Ontology 문항의 개념·관계 설명 보강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752000"/>
            <a:ext cx="10440000" cy="39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52A4E"/>
                </a:solidFill>
                <a:latin typeface="Malgun Gothic"/>
              </a:rPr>
              <a:t>진짜 비교 포인트는 ‘어떤 시스템이 평균 점수가 높은가’보다 ‘어떤 질문 유형에서 어떤 검색 기술이 실패했는가’다.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STD-S 문항은 Snowflake 성능 문제가 아니라 함정 질문 처리 문제였다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논문에 Snowflake 구현 내용이 없으므로, 정답은 관련 없음/문서 근거 없음의 명시다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30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STD-S01 질문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00" y="1350000"/>
            <a:ext cx="10728000" cy="413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Malgun Gothic"/>
              </a:rPr>
              <a:t>Snowflake 기반 RAG 평가에서 문서 저장소와 근거 페이지를 왜 함께 관리해야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" y="1962000"/>
            <a:ext cx="108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algun Gothic"/>
              </a:rPr>
              <a:t>만점 답변의 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RAG의 구체 구현은 제공 문서에 없다.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따라서 관련 없음 또는 문서 근거 없음이라고 명시한다.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부가 설명이 없어도 100점, 일반적 RAG 관점 설명을 덧붙여도 100점이다.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감점되는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관련 없음 표현 없이 Snowflake 기능을 실제 근거처럼 설명한다.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언급 질문인데 문서 부재를 말하지 않는다.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온톨로지/RAG 등 다른 주제로 우회 답변한다.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2A4E"/>
                </a:solidFill>
                <a:latin typeface="Malgun Gothic"/>
              </a:rPr>
              <a:t>실서비스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지원 근거 없음 감지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부분 근거가 있으면 범위 제한 설명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근거 없는 일반지식 생성은 옵션화 또는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추가 발견: wrong-source leakage가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STD-S 함정 질문에서 ‘관련 없음’만 보는 평가는 부족하다. 잘못된 출처를 끌어온 답변도 감점해야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251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관찰된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75999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565999" y="1475999"/>
            <a:ext cx="54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0" y="1475999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평가상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" y="1756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1조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5999" y="17568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Snowflake 직접 근거는 없다고 말한 뒤 HNIX AI Labs 2기 중간점검-v1.2.pptx 내용을 근거처럼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6000" y="1756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관련 없음 표현만으로 만점 처리하면 점수 과대 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" y="2037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2조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5999" y="2037600"/>
            <a:ext cx="54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STD-S-05는 문서 내 명확한 정보가 없다고 제한해 적절했으나, 다른 STD-S 일부에서 다른 논문/일반론/RDF/온톨로지 내용을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6000" y="2037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문서 범위 차단 실패 또는 환각 가능성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" y="2318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평가자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99" y="23184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wrong-source가 포함되어도 관련 없음 문구가 있으면 100점을 부여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6000" y="2318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judge/evaluator도 출처 검증 로직이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780000"/>
            <a:ext cx="972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DC2626"/>
                </a:solidFill>
                <a:latin typeface="Malgun Gothic"/>
              </a:rPr>
              <a:t>함정 질문의 만점 조건은 ‘관련 없음 명시’뿐 아니라 ‘허용된 평가 문서 밖의 근거를 사용하지 않음’까지 포함해야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464000"/>
            <a:ext cx="9180000" cy="12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출처 문서 whitelist를 두고, 검색·생성·평가 단계에서 모두 검증한다.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답변이 문서 부재를 말하더라도 잘못된 문서 내용을 근거로 확장하면 감점한다.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1조는 STD-S wrong-source 7개 문항을 100→60으로 감점하여 최종 76.88%로 반영했다.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1: ‘관련 없음’과 ‘부분 설명 가능’을 분리해야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잘못된 질문이 들어와도 시스템은 무조건 답하지 말고 근거 범위를 먼저 판단해야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4140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평가/서비스 응답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458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질문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1458000"/>
            <a:ext cx="396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응답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458000"/>
            <a:ext cx="374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점수/서비스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738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전혀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000" y="17388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관련 없음·근거 없음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7388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정답 또는 안전 응답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9599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질문 일부는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019599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없는 부분은 제외하고 문서 내 근거만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2019599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부분 정답 + 범위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00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000" y="23004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근거와 함께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23004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정상 답변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581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일반 지식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581200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옵션으로 일반 지식/전문가 관점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2581200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고급 서비스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4824000"/>
            <a:ext cx="900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algun Gothic"/>
              </a:rPr>
              <a:t>핵심은 거절이 아니라 근거 범위의 정직한 표시다.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2: 예상 답변도 편향될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고객이 원하는 것은 문서 복원이 아니라, 문서 기반 답변과 전문가적 보정의 균형일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0440000" cy="43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Malgun Gothic"/>
              </a:rPr>
              <a:t>전문가는 때로 ‘우문현답’을 한다. RAG 서비스도 문서 기반 답변만 고집할지, 문서의 한계를 밝히고 보편적 통용 지식을 덧붙일지 옵션을 가져야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520000"/>
            <a:ext cx="18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1">
                <a:solidFill>
                  <a:srgbClr val="FFFFFF"/>
                </a:solidFill>
                <a:latin typeface="Malgun Gothic"/>
              </a:rPr>
              <a:t>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1999" y="252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답변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2000" y="2520000"/>
            <a:ext cx="36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사용 장면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8008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Strict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280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제공 문서에 있는 내용만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0" y="28008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시험/감사/컴플라이언스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3081600"/>
            <a:ext cx="18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Evidence +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308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기반 답변 후 주관성·한계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000" y="3081600"/>
            <a:ext cx="36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의사결정 보고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33624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Expert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999" y="336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근거와 일반 통용 지식 분리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2000" y="33624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컨설팅/고급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3·4: 정확도는 답변만으로 판단하기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여러 논문·여러 견해·여러 검색 후보가 있을수록 검색 품질과 생성 품질을 분리해서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평가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정형화된 문제는 답이 하나처럼 보일 수 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여러 논문에서 질문하면 견해 차이와 비슷한 비중의 후보가 동시에 검색된다.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이때 단일 예상 답변과 비교하는 방식은 정확도 평가에 한계가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분리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검색이 올바른 문서/페이지/청크를 찾았는가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생성이 검색 근거를 충실히 반영했는가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근거 없는 일반화나 환각이 있었는가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608000"/>
            <a:ext cx="1044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A4E"/>
                </a:solidFill>
                <a:latin typeface="Malgun Gothic"/>
              </a:rPr>
              <a:t>따라서 평가 결과에는 답변 점수뿐 아니라 문서명, 페이지, 청크 ID, 검색 점수, 사용 여부가 함께 남아야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5·6: 하이브리드 검색은 관측 가능해야 개선된다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벡터DB, BM25, 온톨로지 검색의 기여를 분리하지 않으면 성능 향상 지점을 찾기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1080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필요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8000" y="1080000"/>
            <a:ext cx="370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6000" y="1080000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개선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360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13608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어떤 엔진이 근거를 찾았는지 식별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1360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벡터/BM25/온톨로지별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1641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8000" y="16416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threshold 문제와 노이즈 유입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1641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유사도 임계값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922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문서·페이지·청크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000" y="19224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답변 근거의 재현성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00" y="1922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근거 적합성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2203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생성 사용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22032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검색됐지만 사용되지 않은 근거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22032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프롬프트/컨텍스트 구성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24840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엔진 선택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8000" y="24840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개별 성능과 조합 성능 분리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6000" y="24840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디버깅과 A/B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5094000"/>
            <a:ext cx="9720000" cy="3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이상적인 하이브리드 답변은 각 검색 기술의 개별 성능이 충분히 높을 때 만들어진다.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향후 평가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보정, 출처 whitelist, 근거 추적, 검색기술별 로그, 응답 모드 분리를 표준으로 가져가야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999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평가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1. 질문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 내/문서 외/부분 근거/일반 지식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question_type, support_scope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2. 출처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허용 문서 whitelist, wrong-source leakage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source_validity_flag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3. 검색 평가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recall, 검색기술별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retrieval_trace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4. 생성 평가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근거 반영률, 환각, 범위 제한 표현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answer_score, hallucination_flag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4840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5. 하이브리드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벡터/BM25/온톨로지별 기여도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engine_contribution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27648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6. 운영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threshold, reranker, prompt, ontology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improvement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4464000"/>
            <a:ext cx="9720000" cy="1007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v1.2 재평가는 점수 보정이 아니라 평가 철학의 보정이다.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서비스화 단계에서는 ‘정답을 말하는 능력’과 ‘모르면 모른다고 말하는 능력’을 같은 수준으로 평가해야 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AI Lab 2기 중간평가 API 정확도 리뷰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