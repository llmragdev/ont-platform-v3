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00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79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70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53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87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97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4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679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00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71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243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D79BD-179D-4849-BCAF-564B86AA14D9}" type="datetimeFigureOut">
              <a:rPr lang="ko-KR" altLang="en-US" smtClean="0"/>
              <a:t>2024-03-15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AB7A2-445C-4EA7-ADFC-B02647B20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61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nam9@naver.com" TargetMode="External"/><Relationship Id="rId2" Type="http://schemas.openxmlformats.org/officeDocument/2006/relationships/hyperlink" Target="mailto:NamkyuChoi@github.com:llmRagApp/ragChatbot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948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696994" y="368787"/>
            <a:ext cx="4440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참고 https://chojinyoung.tistory.com/169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62527" y="553453"/>
            <a:ext cx="683360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/>
              <a:t>git config user.name </a:t>
            </a:r>
            <a:r>
              <a:rPr lang="en-US" altLang="ko-KR" sz="1400" b="1" smtClean="0">
                <a:hlinkClick r:id="rId2"/>
              </a:rPr>
              <a:t>NamkyuChoi</a:t>
            </a:r>
            <a:endParaRPr lang="en-US" altLang="ko-KR" sz="1400" b="1" smtClean="0"/>
          </a:p>
          <a:p>
            <a:endParaRPr lang="en-US" altLang="ko-KR" sz="1400" smtClean="0"/>
          </a:p>
          <a:p>
            <a:r>
              <a:rPr lang="en-US" altLang="ko-KR" sz="1400" smtClean="0"/>
              <a:t>git config user.email </a:t>
            </a:r>
            <a:r>
              <a:rPr lang="en-US" altLang="ko-KR" sz="1400" smtClean="0">
                <a:hlinkClick r:id="rId3"/>
              </a:rPr>
              <a:t>cnam9@naver.com</a:t>
            </a:r>
            <a:endParaRPr lang="en-US" altLang="ko-KR" sz="1400" smtClean="0"/>
          </a:p>
          <a:p>
            <a:endParaRPr lang="en-US" altLang="ko-KR" sz="1400" smtClean="0"/>
          </a:p>
          <a:p>
            <a:r>
              <a:rPr lang="en-US" altLang="ko-KR" sz="1400" smtClean="0"/>
              <a:t>git config credential.helper “cache –timeout=360000”     </a:t>
            </a:r>
            <a:r>
              <a:rPr lang="ko-KR" altLang="en-US" sz="1400" smtClean="0"/>
              <a:t>인증 계속 요구할때 처리</a:t>
            </a:r>
            <a:endParaRPr lang="en-US" altLang="ko-KR" sz="1400"/>
          </a:p>
          <a:p>
            <a:r>
              <a:rPr lang="en-US" altLang="ko-KR" sz="1400" smtClean="0"/>
              <a:t>personal access tokens : </a:t>
            </a:r>
          </a:p>
          <a:p>
            <a:r>
              <a:rPr lang="en-US" altLang="ko-KR" sz="1400" smtClean="0"/>
              <a:t>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</a:t>
            </a:r>
            <a:endParaRPr lang="en-US" altLang="ko-KR" sz="1400" smtClean="0"/>
          </a:p>
          <a:p>
            <a:endParaRPr lang="en-US" altLang="ko-KR" sz="1400"/>
          </a:p>
          <a:p>
            <a:r>
              <a:rPr lang="fr-FR" altLang="ko-KR" sz="1400" smtClean="0"/>
              <a:t>(base) [root@localhost ragChatbot]# git config --list</a:t>
            </a:r>
          </a:p>
          <a:p>
            <a:r>
              <a:rPr lang="fr-FR" altLang="ko-KR" sz="1400" smtClean="0"/>
              <a:t>core.repositoryformatversion=0</a:t>
            </a:r>
          </a:p>
          <a:p>
            <a:r>
              <a:rPr lang="fr-FR" altLang="ko-KR" sz="1400" smtClean="0"/>
              <a:t>core.filemode=true</a:t>
            </a:r>
          </a:p>
          <a:p>
            <a:r>
              <a:rPr lang="fr-FR" altLang="ko-KR" sz="1400" smtClean="0"/>
              <a:t>core.bare=false</a:t>
            </a:r>
          </a:p>
          <a:p>
            <a:r>
              <a:rPr lang="fr-FR" altLang="ko-KR" sz="1400" smtClean="0"/>
              <a:t>core.logallrefupdates=true</a:t>
            </a:r>
          </a:p>
          <a:p>
            <a:r>
              <a:rPr lang="fr-FR" altLang="ko-KR" sz="1400" smtClean="0"/>
              <a:t>user.name=NamkyuChoi</a:t>
            </a:r>
          </a:p>
          <a:p>
            <a:r>
              <a:rPr lang="fr-FR" altLang="ko-KR" sz="1400" smtClean="0"/>
              <a:t>user.email=cnam9@naver.com</a:t>
            </a:r>
          </a:p>
          <a:p>
            <a:r>
              <a:rPr lang="fr-FR" altLang="ko-KR" sz="1400" smtClean="0"/>
              <a:t>remote.origin.url=https://github.com/llmRagApp/ragChatbot.git</a:t>
            </a:r>
          </a:p>
          <a:p>
            <a:r>
              <a:rPr lang="fr-FR" altLang="ko-KR" sz="1400" smtClean="0"/>
              <a:t>remote.origin.fetch=+refs/heads/*:refs/remotes/origin/*</a:t>
            </a:r>
          </a:p>
          <a:p>
            <a:endParaRPr lang="fr-FR" altLang="ko-KR" sz="1400"/>
          </a:p>
          <a:p>
            <a:endParaRPr lang="fr-FR" altLang="ko-KR" sz="1400" smtClean="0"/>
          </a:p>
          <a:p>
            <a:r>
              <a:rPr lang="en-US" altLang="ko-KR" sz="1400" smtClean="0"/>
              <a:t>git push -u origin main</a:t>
            </a:r>
          </a:p>
          <a:p>
            <a:endParaRPr lang="fr-FR" altLang="ko-KR" sz="1400" smtClean="0"/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69564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567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61</Words>
  <Application>Microsoft Office PowerPoint</Application>
  <PresentationFormat>와이드스크린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4</cp:revision>
  <dcterms:created xsi:type="dcterms:W3CDTF">2024-03-15T02:38:33Z</dcterms:created>
  <dcterms:modified xsi:type="dcterms:W3CDTF">2024-03-15T02:54:06Z</dcterms:modified>
</cp:coreProperties>
</file>