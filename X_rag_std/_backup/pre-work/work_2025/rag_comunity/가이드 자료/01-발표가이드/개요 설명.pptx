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52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36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31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55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92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8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31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6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0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52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BF2E5-EB10-4B32-966A-47399255ED0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2AEC-6B08-47DC-A511-BFDE8B1BB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493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업무용 </a:t>
            </a:r>
            <a:r>
              <a:rPr lang="en-US" altLang="ko-KR" smtClean="0"/>
              <a:t>Q&amp;A</a:t>
            </a:r>
            <a:r>
              <a:rPr lang="ko-KR" altLang="en-US" smtClean="0"/>
              <a:t>봇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z="1800" smtClean="0"/>
              <a:t>컨셉과 아키텍처</a:t>
            </a:r>
            <a:r>
              <a:rPr lang="en-US" altLang="ko-KR" sz="1800" smtClean="0"/>
              <a:t>, </a:t>
            </a:r>
            <a:r>
              <a:rPr lang="ko-KR" altLang="en-US" sz="1800" smtClean="0"/>
              <a:t>기술스택</a:t>
            </a:r>
            <a:endParaRPr lang="ko-KR" altLang="en-US" sz="18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43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864805" y="830133"/>
            <a:ext cx="5050789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0"/>
              </a:spcAft>
            </a:pPr>
            <a:r>
              <a:rPr lang="en-US" altLang="ko-KR" sz="1200" b="1">
                <a:solidFill>
                  <a:srgbClr val="00B050"/>
                </a:solidFill>
              </a:rPr>
              <a:t># </a:t>
            </a:r>
            <a:r>
              <a:rPr lang="en-US" altLang="ko-KR" sz="1200" b="1" smtClean="0">
                <a:solidFill>
                  <a:srgbClr val="00B050"/>
                </a:solidFill>
              </a:rPr>
              <a:t> </a:t>
            </a:r>
            <a:r>
              <a:rPr lang="ko-KR" altLang="en-US" sz="1200" b="1" smtClean="0">
                <a:solidFill>
                  <a:srgbClr val="00B050"/>
                </a:solidFill>
              </a:rPr>
              <a:t>가상환경 실행  </a:t>
            </a:r>
            <a:endParaRPr lang="en-US" altLang="ko-KR" sz="1200" b="1">
              <a:solidFill>
                <a:srgbClr val="00B050"/>
              </a:solidFill>
            </a:endParaRPr>
          </a:p>
          <a:p>
            <a:pPr algn="just"/>
            <a:r>
              <a:rPr lang="en-US" altLang="ko-KR" sz="1200" b="1">
                <a:solidFill>
                  <a:srgbClr val="00B050"/>
                </a:solidFill>
              </a:rPr>
              <a:t>(base) [root@ca_dev ac]# source /root/miniconda3/bin/activate</a:t>
            </a:r>
          </a:p>
          <a:p>
            <a:pPr algn="just"/>
            <a:r>
              <a:rPr lang="en-US" altLang="ko-KR" sz="1200" b="1">
                <a:solidFill>
                  <a:srgbClr val="00B050"/>
                </a:solidFill>
              </a:rPr>
              <a:t>(base) [root@ca_dev ac]# conda activate ac</a:t>
            </a:r>
          </a:p>
          <a:p>
            <a:pPr algn="just"/>
            <a:r>
              <a:rPr lang="en-US" altLang="ko-KR" sz="1200" b="1">
                <a:solidFill>
                  <a:srgbClr val="00B050"/>
                </a:solidFill>
              </a:rPr>
              <a:t>(ac) [root@ca_dev ac]# </a:t>
            </a:r>
            <a:r>
              <a:rPr lang="en-US" altLang="ko-KR" sz="1200" b="1">
                <a:solidFill>
                  <a:srgbClr val="00B05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cd </a:t>
            </a:r>
            <a:r>
              <a:rPr lang="en-US" altLang="ko-KR" sz="1200" b="1">
                <a:solidFill>
                  <a:srgbClr val="00B050"/>
                </a:solidFill>
              </a:rPr>
              <a:t>/</a:t>
            </a:r>
            <a:r>
              <a:rPr lang="en-US" altLang="ko-KR" sz="1200" b="1" smtClean="0">
                <a:solidFill>
                  <a:srgbClr val="00B050"/>
                </a:solidFill>
              </a:rPr>
              <a:t>home/ai/src/ac</a:t>
            </a:r>
            <a:endParaRPr lang="en-US" altLang="ko-KR" sz="1200" b="1">
              <a:solidFill>
                <a:srgbClr val="00B05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864805" y="2018599"/>
            <a:ext cx="5679760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smtClean="0"/>
              <a:t>/ac/chat/chatMain.py </a:t>
            </a:r>
            <a:r>
              <a:rPr lang="en-US" altLang="ko-KR" sz="1400"/>
              <a:t># </a:t>
            </a:r>
            <a:r>
              <a:rPr lang="ko-KR" altLang="en-US" sz="1400" smtClean="0"/>
              <a:t>챗봇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- chatLlm_101 (chatGPT)</a:t>
            </a:r>
          </a:p>
          <a:p>
            <a:r>
              <a:rPr lang="en-US" altLang="ko-KR" sz="1400" smtClean="0"/>
              <a:t>    ./chatSubLlmPredict101_biz.py  </a:t>
            </a:r>
          </a:p>
          <a:p>
            <a:r>
              <a:rPr lang="en-US" altLang="ko-KR" sz="1400" smtClean="0"/>
              <a:t>  </a:t>
            </a:r>
            <a:r>
              <a:rPr lang="en-US" altLang="ko-KR" sz="1400"/>
              <a:t>- chatLlm_102 </a:t>
            </a:r>
            <a:r>
              <a:rPr lang="en-US" altLang="ko-KR" sz="1400" smtClean="0"/>
              <a:t>(palm2)</a:t>
            </a:r>
            <a:endParaRPr lang="en-US" altLang="ko-KR" sz="1400"/>
          </a:p>
          <a:p>
            <a:r>
              <a:rPr lang="en-US" altLang="ko-KR" sz="1400" smtClean="0"/>
              <a:t>  - chatLlm_201 (sLLM-1)</a:t>
            </a:r>
          </a:p>
          <a:p>
            <a:r>
              <a:rPr lang="en-US" altLang="ko-KR" sz="1400" smtClean="0"/>
              <a:t>/ac/mngChatBot/mngAc_app.py  </a:t>
            </a:r>
            <a:r>
              <a:rPr lang="en-US" altLang="ko-KR" sz="1400"/>
              <a:t># </a:t>
            </a:r>
            <a:r>
              <a:rPr lang="ko-KR" altLang="en-US" sz="1400" smtClean="0"/>
              <a:t>챗봇관리</a:t>
            </a:r>
            <a:endParaRPr lang="en-US" altLang="ko-KR" sz="1400" smtClean="0"/>
          </a:p>
          <a:p>
            <a:r>
              <a:rPr lang="en-US" altLang="ko-KR" sz="1400" smtClean="0"/>
              <a:t>  - </a:t>
            </a:r>
            <a:r>
              <a:rPr lang="en-US" altLang="ko-KR" sz="1400"/>
              <a:t>chatLlmMng101 (chatGPT</a:t>
            </a:r>
            <a:r>
              <a:rPr lang="en-US" altLang="ko-KR" sz="1400" smtClean="0"/>
              <a:t>)</a:t>
            </a:r>
          </a:p>
          <a:p>
            <a:r>
              <a:rPr lang="en-US" altLang="ko-KR" sz="1400" smtClean="0"/>
              <a:t>   ./chatSubLlmMng101_biz.py </a:t>
            </a:r>
          </a:p>
          <a:p>
            <a:r>
              <a:rPr lang="en-US" altLang="ko-KR" sz="1400"/>
              <a:t> </a:t>
            </a:r>
            <a:r>
              <a:rPr lang="en-US" altLang="ko-KR" sz="1400" smtClean="0"/>
              <a:t> - </a:t>
            </a:r>
            <a:r>
              <a:rPr lang="en-US" altLang="ko-KR" sz="1400"/>
              <a:t>chatLlmMng102 (palm2)</a:t>
            </a:r>
          </a:p>
          <a:p>
            <a:r>
              <a:rPr lang="en-US" altLang="ko-KR" sz="1400" smtClean="0"/>
              <a:t>  - </a:t>
            </a:r>
            <a:r>
              <a:rPr lang="en-US" altLang="ko-KR" sz="1400"/>
              <a:t>chatLlmMng201(sLLM-1)</a:t>
            </a:r>
          </a:p>
          <a:p>
            <a:r>
              <a:rPr lang="en-US" altLang="ko-KR" sz="1400" smtClean="0"/>
              <a:t>/data/</a:t>
            </a:r>
            <a:r>
              <a:rPr lang="en-US" altLang="ko-KR" sz="1400" smtClean="0">
                <a:solidFill>
                  <a:srgbClr val="FF0000"/>
                </a:solidFill>
              </a:rPr>
              <a:t>{company_id}</a:t>
            </a:r>
            <a:r>
              <a:rPr lang="en-US" altLang="ko-KR" sz="1400" smtClean="0"/>
              <a:t>      # RAG</a:t>
            </a:r>
            <a:r>
              <a:rPr lang="ko-KR" altLang="en-US" sz="1400" smtClean="0"/>
              <a:t>데이터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- 000001   # RAG </a:t>
            </a:r>
            <a:r>
              <a:rPr lang="ko-KR" altLang="en-US" sz="1400" smtClean="0"/>
              <a:t>저장 경로 </a:t>
            </a:r>
            <a:r>
              <a:rPr lang="en-US" altLang="ko-KR" sz="1400" smtClean="0"/>
              <a:t>(</a:t>
            </a:r>
            <a:r>
              <a:rPr lang="ko-KR" altLang="en-US" sz="1400" smtClean="0"/>
              <a:t>프로젝트코드</a:t>
            </a:r>
            <a:r>
              <a:rPr lang="en-US" altLang="ko-KR" sz="1400" smtClean="0"/>
              <a:t>)</a:t>
            </a:r>
          </a:p>
          <a:p>
            <a:r>
              <a:rPr lang="en-US" altLang="ko-KR" sz="1400" smtClean="0"/>
              <a:t>/</a:t>
            </a:r>
            <a:r>
              <a:rPr lang="en-US" altLang="ko-KR" sz="1400"/>
              <a:t>model       </a:t>
            </a:r>
            <a:r>
              <a:rPr lang="en-US" altLang="ko-KR" sz="1400" smtClean="0"/>
              <a:t>   # sLLM </a:t>
            </a:r>
            <a:r>
              <a:rPr lang="ko-KR" altLang="en-US" sz="1400"/>
              <a:t>모델 경로</a:t>
            </a:r>
            <a:endParaRPr lang="en-US" altLang="ko-KR" sz="1400"/>
          </a:p>
          <a:p>
            <a:r>
              <a:rPr lang="en-US" altLang="ko-KR" sz="1400" smtClean="0"/>
              <a:t>/files             # </a:t>
            </a:r>
            <a:r>
              <a:rPr lang="ko-KR" altLang="en-US" sz="1400" smtClean="0"/>
              <a:t>업로드 파일 경로</a:t>
            </a:r>
            <a:endParaRPr lang="en-US" altLang="ko-KR" sz="1400" smtClean="0"/>
          </a:p>
          <a:p>
            <a:endParaRPr lang="en-US" altLang="ko-KR" sz="1400" smtClean="0"/>
          </a:p>
          <a:p>
            <a:r>
              <a:rPr lang="en-US" altLang="ko-KR" sz="1400" smtClean="0"/>
              <a:t>/shell               # </a:t>
            </a:r>
            <a:r>
              <a:rPr lang="ko-KR" altLang="en-US" sz="1400" smtClean="0"/>
              <a:t>데몬 구동 쉘</a:t>
            </a:r>
            <a:endParaRPr lang="en-US" altLang="ko-KR" sz="1400" smtClean="0"/>
          </a:p>
          <a:p>
            <a:r>
              <a:rPr lang="en-US" altLang="ko-KR" sz="1400" smtClean="0"/>
              <a:t>/summary         # </a:t>
            </a:r>
            <a:r>
              <a:rPr lang="ko-KR" altLang="en-US" sz="1400" smtClean="0"/>
              <a:t>문장 요약</a:t>
            </a:r>
            <a:endParaRPr lang="en-US" altLang="ko-KR" sz="1400" smtClean="0"/>
          </a:p>
          <a:p>
            <a:r>
              <a:rPr lang="en-US" altLang="ko-KR" sz="1400" smtClean="0"/>
              <a:t>/sysAcAdmin     # </a:t>
            </a:r>
            <a:r>
              <a:rPr lang="ko-KR" altLang="en-US" sz="1400" smtClean="0"/>
              <a:t>시스템관리 </a:t>
            </a:r>
            <a:r>
              <a:rPr lang="en-US" altLang="ko-KR" sz="1400" smtClean="0"/>
              <a:t>– </a:t>
            </a:r>
            <a:r>
              <a:rPr lang="ko-KR" altLang="en-US" sz="1400" smtClean="0"/>
              <a:t>컴퍼니 추가</a:t>
            </a:r>
            <a:r>
              <a:rPr lang="en-US" altLang="ko-KR" sz="1400" smtClean="0"/>
              <a:t>, </a:t>
            </a:r>
            <a:r>
              <a:rPr lang="ko-KR" altLang="en-US" sz="1400" smtClean="0"/>
              <a:t>조직추가</a:t>
            </a:r>
            <a:r>
              <a:rPr lang="en-US" altLang="ko-KR" sz="1400" smtClean="0"/>
              <a:t>, </a:t>
            </a:r>
            <a:r>
              <a:rPr lang="ko-KR" altLang="en-US" sz="1400" smtClean="0"/>
              <a:t>사용자 추가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61673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3897" y="1130710"/>
            <a:ext cx="9152698" cy="5647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/>
              <a:t>/</a:t>
            </a:r>
            <a:r>
              <a:rPr lang="en-US" altLang="ko-KR" sz="2000" smtClean="0"/>
              <a:t>home/ai/src/ac/shell</a:t>
            </a:r>
          </a:p>
          <a:p>
            <a:r>
              <a:rPr lang="en-US" altLang="ko-KR" sz="2000" smtClean="0"/>
              <a:t># </a:t>
            </a:r>
            <a:r>
              <a:rPr lang="ko-KR" altLang="en-US" sz="2000" smtClean="0"/>
              <a:t>구동쉘 </a:t>
            </a:r>
            <a:r>
              <a:rPr lang="en-US" altLang="ko-KR" sz="2000" smtClean="0"/>
              <a:t>– profile.sh, setenv_dev.sh </a:t>
            </a:r>
            <a:r>
              <a:rPr lang="ko-KR" altLang="en-US" sz="2000" smtClean="0"/>
              <a:t>읽고 서비스 프로그램 </a:t>
            </a:r>
            <a:r>
              <a:rPr lang="en-US" altLang="ko-KR" sz="2000" smtClean="0"/>
              <a:t>(</a:t>
            </a:r>
            <a:r>
              <a:rPr lang="ko-KR" altLang="en-US" sz="2000" smtClean="0"/>
              <a:t>데몬용</a:t>
            </a:r>
            <a:r>
              <a:rPr lang="en-US" altLang="ko-KR" sz="2000" smtClean="0"/>
              <a:t>) </a:t>
            </a:r>
            <a:r>
              <a:rPr lang="ko-KR" altLang="en-US" sz="2000" smtClean="0"/>
              <a:t>실행</a:t>
            </a:r>
            <a:endParaRPr lang="en-US" altLang="ko-KR" sz="2000"/>
          </a:p>
          <a:p>
            <a:r>
              <a:rPr lang="en-US" altLang="ko-KR" sz="1400" smtClean="0"/>
              <a:t>start_ac_mngChatBot.sh    # </a:t>
            </a:r>
            <a:r>
              <a:rPr lang="ko-KR" altLang="en-US" sz="1400" smtClean="0"/>
              <a:t>챗봇 관리</a:t>
            </a:r>
            <a:r>
              <a:rPr lang="en-US" altLang="ko-KR" sz="1400" smtClean="0"/>
              <a:t> </a:t>
            </a:r>
            <a:r>
              <a:rPr lang="ko-KR" altLang="en-US" sz="1400" smtClean="0"/>
              <a:t>데몬 시작</a:t>
            </a:r>
            <a:endParaRPr lang="en-US" altLang="ko-KR" sz="1400"/>
          </a:p>
          <a:p>
            <a:r>
              <a:rPr lang="en-US" altLang="ko-KR" sz="1400"/>
              <a:t>start_ac_sysAcAdmin.sh  </a:t>
            </a:r>
            <a:r>
              <a:rPr lang="en-US" altLang="ko-KR" sz="1400" smtClean="0"/>
              <a:t>   # </a:t>
            </a:r>
            <a:r>
              <a:rPr lang="ko-KR" altLang="en-US" sz="1400" smtClean="0"/>
              <a:t>챗봇 시스템관리 데몬 시작 </a:t>
            </a:r>
            <a:r>
              <a:rPr lang="en-US" altLang="ko-KR" sz="1400" smtClean="0"/>
              <a:t>– </a:t>
            </a:r>
            <a:r>
              <a:rPr lang="ko-KR" altLang="en-US" sz="1400" smtClean="0"/>
              <a:t>컴퍼니추가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부서추가</a:t>
            </a:r>
            <a:r>
              <a:rPr lang="en-US" altLang="ko-KR" sz="1400" smtClean="0"/>
              <a:t>(</a:t>
            </a:r>
            <a:r>
              <a:rPr lang="ko-KR" altLang="en-US" sz="1400" smtClean="0"/>
              <a:t>구현 전</a:t>
            </a:r>
            <a:r>
              <a:rPr lang="en-US" altLang="ko-KR" sz="1400" smtClean="0"/>
              <a:t>), </a:t>
            </a:r>
            <a:r>
              <a:rPr lang="ko-KR" altLang="en-US" sz="1400" smtClean="0"/>
              <a:t>사용자 추가</a:t>
            </a:r>
            <a:r>
              <a:rPr lang="en-US" altLang="ko-KR" sz="1400" smtClean="0"/>
              <a:t>(</a:t>
            </a:r>
            <a:r>
              <a:rPr lang="ko-KR" altLang="en-US" sz="1400" smtClean="0"/>
              <a:t>구현 전</a:t>
            </a:r>
            <a:r>
              <a:rPr lang="en-US" altLang="ko-KR" sz="1400" smtClean="0"/>
              <a:t>)</a:t>
            </a:r>
            <a:endParaRPr lang="en-US" altLang="ko-KR" sz="1400"/>
          </a:p>
          <a:p>
            <a:r>
              <a:rPr lang="en-US" altLang="ko-KR" sz="1400"/>
              <a:t>start_ac_chat.sh  </a:t>
            </a:r>
            <a:r>
              <a:rPr lang="en-US" altLang="ko-KR" sz="1400" smtClean="0"/>
              <a:t>             # </a:t>
            </a:r>
            <a:r>
              <a:rPr lang="ko-KR" altLang="en-US" sz="1400" smtClean="0"/>
              <a:t>챗봇 데몬 시작</a:t>
            </a:r>
            <a:endParaRPr lang="en-US" altLang="ko-KR" sz="1400"/>
          </a:p>
          <a:p>
            <a:r>
              <a:rPr lang="en-US" altLang="ko-KR" sz="1400"/>
              <a:t>start_ac_summary.sh     </a:t>
            </a:r>
            <a:r>
              <a:rPr lang="en-US" altLang="ko-KR" sz="1400" smtClean="0"/>
              <a:t>    # </a:t>
            </a:r>
            <a:r>
              <a:rPr lang="ko-KR" altLang="en-US" sz="1400" smtClean="0"/>
              <a:t>요약 데몬 시작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stop_ac_mngChatBot.sh  </a:t>
            </a:r>
          </a:p>
          <a:p>
            <a:r>
              <a:rPr lang="en-US" altLang="ko-KR" sz="1400"/>
              <a:t>stop_ac_sysAcAdmin.sh</a:t>
            </a:r>
          </a:p>
          <a:p>
            <a:r>
              <a:rPr lang="en-US" altLang="ko-KR" sz="1400"/>
              <a:t>stop_ac_chat.sh         </a:t>
            </a:r>
          </a:p>
          <a:p>
            <a:r>
              <a:rPr lang="en-US" altLang="ko-KR" sz="1400" smtClean="0"/>
              <a:t>stop_ac_summary.sh</a:t>
            </a:r>
          </a:p>
          <a:p>
            <a:endParaRPr lang="en-US" altLang="ko-KR" sz="2000" smtClean="0"/>
          </a:p>
          <a:p>
            <a:r>
              <a:rPr lang="en-US" altLang="ko-KR" sz="2000" smtClean="0"/>
              <a:t># </a:t>
            </a:r>
            <a:r>
              <a:rPr lang="ko-KR" altLang="en-US" sz="2000" smtClean="0"/>
              <a:t>기동 확인</a:t>
            </a:r>
            <a:endParaRPr lang="en-US" altLang="ko-KR" sz="2000" smtClean="0"/>
          </a:p>
          <a:p>
            <a:r>
              <a:rPr lang="en-US" altLang="ko-KR" sz="1400"/>
              <a:t>ps –ef | grep </a:t>
            </a:r>
            <a:r>
              <a:rPr lang="en-US" altLang="ko-KR" sz="1400" smtClean="0"/>
              <a:t>mngAc_app.py</a:t>
            </a:r>
          </a:p>
          <a:p>
            <a:r>
              <a:rPr lang="en-US" altLang="ko-KR" sz="1400" smtClean="0"/>
              <a:t>ps </a:t>
            </a:r>
            <a:r>
              <a:rPr lang="en-US" altLang="ko-KR" sz="1400"/>
              <a:t>–ef | grep </a:t>
            </a:r>
            <a:r>
              <a:rPr lang="en-US" altLang="ko-KR" sz="1400" smtClean="0"/>
              <a:t>sysAcAdmin_ap.py</a:t>
            </a:r>
            <a:endParaRPr lang="en-US" altLang="ko-KR" sz="1400"/>
          </a:p>
          <a:p>
            <a:r>
              <a:rPr lang="en-US" altLang="ko-KR" sz="1400"/>
              <a:t>ps –ef | grep </a:t>
            </a:r>
            <a:r>
              <a:rPr lang="en-US" altLang="ko-KR" sz="1400" smtClean="0"/>
              <a:t>chat_app.py</a:t>
            </a:r>
          </a:p>
          <a:p>
            <a:r>
              <a:rPr lang="en-US" altLang="ko-KR" sz="1400" smtClean="0"/>
              <a:t>ps </a:t>
            </a:r>
            <a:r>
              <a:rPr lang="en-US" altLang="ko-KR" sz="1400"/>
              <a:t>–ef | grep summary_app.py</a:t>
            </a:r>
          </a:p>
          <a:p>
            <a:endParaRPr lang="en-US" altLang="ko-KR" sz="2000"/>
          </a:p>
          <a:p>
            <a:endParaRPr lang="en-US" altLang="ko-KR" sz="2000" smtClean="0"/>
          </a:p>
          <a:p>
            <a:r>
              <a:rPr lang="en-US" altLang="ko-KR" sz="2000" smtClean="0"/>
              <a:t>profile.sh</a:t>
            </a:r>
          </a:p>
          <a:p>
            <a:r>
              <a:rPr lang="en-US" altLang="ko-KR" sz="1050" smtClean="0"/>
              <a:t>  AC_ENV</a:t>
            </a:r>
            <a:r>
              <a:rPr lang="en-US" altLang="ko-KR" sz="1050"/>
              <a:t>="dev"</a:t>
            </a:r>
          </a:p>
          <a:p>
            <a:r>
              <a:rPr lang="en-US" altLang="ko-KR" sz="1050" smtClean="0"/>
              <a:t>  echo </a:t>
            </a:r>
            <a:r>
              <a:rPr lang="en-US" altLang="ko-KR" sz="1050"/>
              <a:t>"AC_ENV = $AC_ENV"</a:t>
            </a:r>
          </a:p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848851" y="2843759"/>
            <a:ext cx="4191000" cy="270843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#서비스별 경로</a:t>
            </a:r>
          </a:p>
          <a:p>
            <a:r>
              <a:rPr lang="ko-KR" altLang="en-US" sz="1000"/>
              <a:t>APP_PATH_mngChatBot=/home/ai/src/ac/mngChatBot</a:t>
            </a:r>
          </a:p>
          <a:p>
            <a:r>
              <a:rPr lang="ko-KR" altLang="en-US" sz="1000"/>
              <a:t>APP_PATH_chat=/home/ai/src/ac/chat</a:t>
            </a:r>
          </a:p>
          <a:p>
            <a:r>
              <a:rPr lang="ko-KR" altLang="en-US" sz="1000"/>
              <a:t>APP_PATH_summary=/home/ai/src/ac/summary</a:t>
            </a:r>
          </a:p>
          <a:p>
            <a:r>
              <a:rPr lang="ko-KR" altLang="en-US" sz="1000"/>
              <a:t>APP_PATH_sysAcAdmin=/home/ai/src/ac/sysAcAdmin</a:t>
            </a:r>
          </a:p>
          <a:p>
            <a:endParaRPr lang="ko-KR" altLang="en-US" sz="1000"/>
          </a:p>
          <a:p>
            <a:r>
              <a:rPr lang="ko-KR" altLang="en-US" sz="1000"/>
              <a:t>#서비스 프로그램명</a:t>
            </a:r>
          </a:p>
          <a:p>
            <a:r>
              <a:rPr lang="ko-KR" altLang="en-US" sz="1000"/>
              <a:t>PROC_NAME_mngChatBot='mngAc_app.py'</a:t>
            </a:r>
          </a:p>
          <a:p>
            <a:r>
              <a:rPr lang="ko-KR" altLang="en-US" sz="1000"/>
              <a:t>PROC_NAME_chat='chat_app.py'</a:t>
            </a:r>
          </a:p>
          <a:p>
            <a:r>
              <a:rPr lang="ko-KR" altLang="en-US" sz="1000"/>
              <a:t>PROC_NAME_summary='summary_app.py'</a:t>
            </a:r>
          </a:p>
          <a:p>
            <a:r>
              <a:rPr lang="ko-KR" altLang="en-US" sz="1000"/>
              <a:t>PROC_NAME_sysAcAdmin=</a:t>
            </a:r>
            <a:r>
              <a:rPr lang="ko-KR" altLang="en-US" sz="1000" smtClean="0"/>
              <a:t>'sysAcAdmin_app.py</a:t>
            </a:r>
            <a:endParaRPr lang="en-US" altLang="ko-KR" sz="1000" smtClean="0"/>
          </a:p>
          <a:p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# source /root/miniconda3/bin/activate  # 14</a:t>
            </a:r>
            <a:r>
              <a:rPr lang="ko-KR" altLang="en-US" sz="1000"/>
              <a:t>번서버 환경</a:t>
            </a:r>
          </a:p>
          <a:p>
            <a:r>
              <a:rPr lang="en-US" altLang="ko-KR" sz="1000"/>
              <a:t>source /app/miniconda3/bin/activate</a:t>
            </a:r>
          </a:p>
          <a:p>
            <a:r>
              <a:rPr lang="en-US" altLang="ko-KR" sz="1000"/>
              <a:t>conda activate ac</a:t>
            </a:r>
          </a:p>
          <a:p>
            <a:endParaRPr lang="ko-KR" altLang="en-US" sz="1000"/>
          </a:p>
        </p:txBody>
      </p:sp>
      <p:sp>
        <p:nvSpPr>
          <p:cNvPr id="6" name="직사각형 5"/>
          <p:cNvSpPr/>
          <p:nvPr/>
        </p:nvSpPr>
        <p:spPr>
          <a:xfrm>
            <a:off x="8355478" y="2659093"/>
            <a:ext cx="16771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ko-KR"/>
              <a:t>setenv_dev.sh 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848851" y="5552193"/>
            <a:ext cx="4175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* </a:t>
            </a:r>
            <a:r>
              <a:rPr lang="ko-KR" altLang="en-US"/>
              <a:t>프로그램 경로 </a:t>
            </a:r>
            <a:r>
              <a:rPr lang="en-US" altLang="ko-KR"/>
              <a:t>/ </a:t>
            </a:r>
            <a:r>
              <a:rPr lang="ko-KR" altLang="en-US"/>
              <a:t>프로그램명 변수 설정</a:t>
            </a:r>
            <a:r>
              <a:rPr lang="en-US" altLang="ko-KR"/>
              <a:t>, </a:t>
            </a:r>
            <a:r>
              <a:rPr lang="ko-KR" altLang="en-US"/>
              <a:t>가상환경 실행 </a:t>
            </a:r>
            <a:endParaRPr lang="en-US" altLang="ko-KR"/>
          </a:p>
        </p:txBody>
      </p:sp>
      <p:sp>
        <p:nvSpPr>
          <p:cNvPr id="8" name="직사각형 7"/>
          <p:cNvSpPr/>
          <p:nvPr/>
        </p:nvSpPr>
        <p:spPr>
          <a:xfrm>
            <a:off x="5677469" y="792390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/>
              <a:t>export OPENAI_API_KEY="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"</a:t>
            </a:r>
          </a:p>
        </p:txBody>
      </p:sp>
    </p:spTree>
    <p:extLst>
      <p:ext uri="{BB962C8B-B14F-4D97-AF65-F5344CB8AC3E}">
        <p14:creationId xmlns:p14="http://schemas.microsoft.com/office/powerpoint/2010/main" val="232771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81050" y="84376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data/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files/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model/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static/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*.py_bak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*bak.py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*bak.sh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*.pyc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*.out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setenv_*.sh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**/__pycache__/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shell/*.out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shell/setenv_*.sh</a:t>
            </a:r>
          </a:p>
          <a:p>
            <a:r>
              <a:rPr lang="en-US" altLang="ko-KR" b="0" smtClean="0">
                <a:effectLst/>
                <a:latin typeface="Consolas" panose="020B0609020204030204" pitchFamily="49" charset="0"/>
              </a:rPr>
              <a:t>.gitignore</a:t>
            </a:r>
            <a:endParaRPr lang="en-US" altLang="ko-KR" b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9625" y="323850"/>
            <a:ext cx="118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.gitignore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8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- LLM (</a:t>
            </a:r>
            <a:r>
              <a:rPr lang="ko-KR" altLang="en-US"/>
              <a:t>클라우드 기반</a:t>
            </a:r>
            <a:r>
              <a:rPr lang="en-US" altLang="ko-KR"/>
              <a:t>: ChatGPT, Palm2, </a:t>
            </a:r>
            <a:r>
              <a:rPr lang="ko-KR" altLang="en-US"/>
              <a:t>선택 중인 </a:t>
            </a:r>
            <a:r>
              <a:rPr lang="en-US" altLang="ko-KR"/>
              <a:t>sLLM)</a:t>
            </a:r>
          </a:p>
          <a:p>
            <a:r>
              <a:rPr lang="en-US" altLang="ko-KR"/>
              <a:t>- </a:t>
            </a:r>
            <a:r>
              <a:rPr lang="ko-KR" altLang="en-US"/>
              <a:t>파이썬</a:t>
            </a:r>
          </a:p>
          <a:p>
            <a:r>
              <a:rPr lang="en-US" altLang="ko-KR"/>
              <a:t>- RAG (ChromaDB)</a:t>
            </a:r>
          </a:p>
          <a:p>
            <a:r>
              <a:rPr lang="en-US" altLang="ko-KR"/>
              <a:t>- Langchain</a:t>
            </a:r>
          </a:p>
          <a:p>
            <a:r>
              <a:rPr lang="en-US" altLang="ko-KR"/>
              <a:t>- FastAPI</a:t>
            </a:r>
          </a:p>
          <a:p>
            <a:r>
              <a:rPr lang="en-US" altLang="ko-KR"/>
              <a:t>- SQLAlchemy</a:t>
            </a:r>
          </a:p>
          <a:p>
            <a:r>
              <a:rPr lang="en-US" altLang="ko-KR"/>
              <a:t>- MySQL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09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709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359</Words>
  <Application>Microsoft Office PowerPoint</Application>
  <PresentationFormat>와이드스크린</PresentationFormat>
  <Paragraphs>86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Consolas</vt:lpstr>
      <vt:lpstr>Times New Roman</vt:lpstr>
      <vt:lpstr>Office 테마</vt:lpstr>
      <vt:lpstr>업무용 Q&amp;A봇 컨셉과 아키텍처, 기술스택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7</cp:revision>
  <dcterms:created xsi:type="dcterms:W3CDTF">2024-02-16T10:09:43Z</dcterms:created>
  <dcterms:modified xsi:type="dcterms:W3CDTF">2024-02-20T12:30:32Z</dcterms:modified>
</cp:coreProperties>
</file>