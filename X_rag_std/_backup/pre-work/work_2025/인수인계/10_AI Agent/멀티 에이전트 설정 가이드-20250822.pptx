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30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44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771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6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96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54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87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0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15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1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20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18942-8975-412D-A42D-38E473F08177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60AA1-7F91-4234-8F30-FBF7F9C0F1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8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mtClean="0"/>
              <a:t>멀티에이전트 설정 가이드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9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4543" y="218536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멀티 에이전트 설정 가이드 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92347" y="1132936"/>
            <a:ext cx="477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1. </a:t>
            </a:r>
            <a:r>
              <a:rPr lang="ko-KR" altLang="en-US" smtClean="0"/>
              <a:t>액션메소드 설정은 기존 동일 </a:t>
            </a:r>
            <a:endParaRPr lang="en-US" altLang="ko-KR" smtClean="0"/>
          </a:p>
          <a:p>
            <a:r>
              <a:rPr lang="en-US" altLang="ko-KR" smtClean="0"/>
              <a:t>2. </a:t>
            </a:r>
            <a:r>
              <a:rPr lang="ko-KR" altLang="en-US" smtClean="0"/>
              <a:t>멀티에이전트 설정은 별도 화면에서 설정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9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4543" y="218536"/>
            <a:ext cx="8258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1. </a:t>
            </a:r>
            <a:r>
              <a:rPr lang="ko-KR" altLang="en-US" smtClean="0"/>
              <a:t>액션메소드 설정은 기존 동일 </a:t>
            </a:r>
            <a:endParaRPr lang="en-US" altLang="ko-KR" smtClean="0"/>
          </a:p>
          <a:p>
            <a:r>
              <a:rPr lang="ko-KR" altLang="en-US" sz="1400" smtClean="0"/>
              <a:t>액션메소드 기본 설정은 기존과 같이 액셤메소드 블록 </a:t>
            </a:r>
            <a:r>
              <a:rPr lang="en-US" altLang="ko-KR" sz="1400" smtClean="0"/>
              <a:t>/ </a:t>
            </a:r>
            <a:r>
              <a:rPr lang="ko-KR" altLang="en-US" sz="1400" smtClean="0"/>
              <a:t>액션메소드 설정 활용 예시</a:t>
            </a:r>
            <a:r>
              <a:rPr lang="en-US" altLang="ko-KR" sz="1400" smtClean="0"/>
              <a:t>) </a:t>
            </a:r>
            <a:r>
              <a:rPr lang="ko-KR" altLang="en-US" sz="1400" smtClean="0"/>
              <a:t> </a:t>
            </a:r>
            <a:endParaRPr lang="ko-KR" altLang="en-US" sz="14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8" y="1127184"/>
            <a:ext cx="5578060" cy="451315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805" y="1265207"/>
            <a:ext cx="6047927" cy="389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1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160588" y="40886"/>
            <a:ext cx="40601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/>
              <a:t>액션메소드 테이블의 아래 필드에 대해 설정 </a:t>
            </a:r>
            <a:endParaRPr lang="en-US" altLang="ko-KR" sz="800" smtClean="0"/>
          </a:p>
          <a:p>
            <a:endParaRPr lang="en-US" altLang="ko-KR" sz="800" smtClean="0"/>
          </a:p>
          <a:p>
            <a:r>
              <a:rPr lang="en-US" altLang="ko-KR" sz="800" smtClean="0"/>
              <a:t>group_multi_agent_yn  </a:t>
            </a:r>
            <a:r>
              <a:rPr lang="ko-KR" altLang="en-US" sz="800"/>
              <a:t>그룹 멀티에이전트 여부</a:t>
            </a:r>
          </a:p>
          <a:p>
            <a:r>
              <a:rPr lang="en-US" altLang="ko-KR" sz="800" smtClean="0"/>
              <a:t>group_multi_agent_root_yn </a:t>
            </a:r>
            <a:r>
              <a:rPr lang="ko-KR" altLang="en-US" sz="800"/>
              <a:t>그룹 멀티에이전트루트여부</a:t>
            </a:r>
          </a:p>
          <a:p>
            <a:r>
              <a:rPr lang="en-US" altLang="ko-KR" sz="800" smtClean="0"/>
              <a:t>group_root_action_method_id  </a:t>
            </a:r>
            <a:r>
              <a:rPr lang="ko-KR" altLang="en-US" sz="800"/>
              <a:t>그룹 루트액션메소드</a:t>
            </a:r>
            <a:r>
              <a:rPr lang="en-US" altLang="ko-KR" sz="800"/>
              <a:t>ID</a:t>
            </a:r>
            <a:endParaRPr lang="ko-KR" altLang="en-US" sz="800"/>
          </a:p>
          <a:p>
            <a:r>
              <a:rPr lang="en-US" altLang="ko-KR" sz="800" smtClean="0"/>
              <a:t>group_required_complete_action_id </a:t>
            </a:r>
            <a:r>
              <a:rPr lang="ko-KR" altLang="en-US" sz="800"/>
              <a:t>그룹 필요완료액션메소드</a:t>
            </a:r>
            <a:r>
              <a:rPr lang="en-US" altLang="ko-KR" sz="800"/>
              <a:t>IDs</a:t>
            </a:r>
            <a:endParaRPr lang="ko-KR" altLang="en-US" sz="800"/>
          </a:p>
          <a:p>
            <a:r>
              <a:rPr lang="en-US" altLang="ko-KR" sz="800" smtClean="0"/>
              <a:t>group_following_action_ids </a:t>
            </a:r>
            <a:r>
              <a:rPr lang="ko-KR" altLang="en-US" sz="800"/>
              <a:t>후속액션</a:t>
            </a:r>
            <a:r>
              <a:rPr lang="en-US" altLang="ko-KR" sz="800" smtClean="0"/>
              <a:t>IDs</a:t>
            </a:r>
            <a:endParaRPr lang="en-US" altLang="ko-KR" sz="800"/>
          </a:p>
          <a:p>
            <a:r>
              <a:rPr lang="en-US" altLang="ko-KR" sz="800" smtClean="0"/>
              <a:t>group_following_execution_type_cd  </a:t>
            </a:r>
            <a:r>
              <a:rPr lang="ko-KR" altLang="en-US" sz="800" smtClean="0"/>
              <a:t>그룹 후속 실행 형태 코드 </a:t>
            </a:r>
            <a:r>
              <a:rPr lang="en-US" altLang="ko-KR" sz="800" smtClean="0"/>
              <a:t>(01:</a:t>
            </a:r>
            <a:r>
              <a:rPr lang="ko-KR" altLang="en-US" sz="800" smtClean="0"/>
              <a:t>순차</a:t>
            </a:r>
            <a:r>
              <a:rPr lang="en-US" altLang="ko-KR" sz="800" smtClean="0"/>
              <a:t>, 02:</a:t>
            </a:r>
            <a:r>
              <a:rPr lang="ko-KR" altLang="en-US" sz="800" smtClean="0"/>
              <a:t>병렬</a:t>
            </a:r>
            <a:r>
              <a:rPr lang="en-US" altLang="ko-KR" sz="800" smtClean="0"/>
              <a:t>)</a:t>
            </a:r>
            <a:endParaRPr lang="ko-KR" altLang="en-US" sz="800" smtClean="0"/>
          </a:p>
          <a:p>
            <a:endParaRPr lang="en-US" altLang="ko-KR" sz="800"/>
          </a:p>
          <a:p>
            <a:r>
              <a:rPr lang="en-US" altLang="ko-KR" sz="800" smtClean="0"/>
              <a:t>group_parent_response_in_param_yn  </a:t>
            </a:r>
            <a:r>
              <a:rPr lang="ko-KR" altLang="en-US" sz="800" smtClean="0"/>
              <a:t>그룹 부모 </a:t>
            </a:r>
            <a:r>
              <a:rPr lang="en-US" altLang="ko-KR" sz="800" smtClean="0"/>
              <a:t>response</a:t>
            </a:r>
            <a:r>
              <a:rPr lang="ko-KR" altLang="en-US" sz="800" smtClean="0"/>
              <a:t>를 파라미터로 사용 여부</a:t>
            </a:r>
          </a:p>
          <a:p>
            <a:endParaRPr lang="en-US" altLang="ko-KR" sz="800"/>
          </a:p>
          <a:p>
            <a:r>
              <a:rPr lang="en-US" altLang="ko-KR" sz="800" smtClean="0"/>
              <a:t>group_workflow_step_no </a:t>
            </a:r>
            <a:r>
              <a:rPr lang="ko-KR" altLang="en-US" sz="800" smtClean="0"/>
              <a:t>그룹 워크플로우 단계 번호 </a:t>
            </a:r>
            <a:r>
              <a:rPr lang="en-US" altLang="ko-KR" sz="800" smtClean="0"/>
              <a:t>(</a:t>
            </a:r>
            <a:r>
              <a:rPr lang="ko-KR" altLang="en-US" sz="800" smtClean="0"/>
              <a:t>계층 구조상 단계</a:t>
            </a:r>
            <a:r>
              <a:rPr lang="en-US" altLang="ko-KR" sz="800" smtClean="0"/>
              <a:t>)</a:t>
            </a:r>
            <a:endParaRPr lang="ko-KR" altLang="en-US" sz="800" smtClean="0"/>
          </a:p>
          <a:p>
            <a:endParaRPr lang="en-US" altLang="ko-KR" sz="800" smtClean="0"/>
          </a:p>
          <a:p>
            <a:endParaRPr lang="en-US" altLang="ko-KR" sz="800"/>
          </a:p>
          <a:p>
            <a:endParaRPr lang="ko-KR" altLang="en-US" sz="80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66342"/>
              </p:ext>
            </p:extLst>
          </p:nvPr>
        </p:nvGraphicFramePr>
        <p:xfrm>
          <a:off x="4502988" y="2412672"/>
          <a:ext cx="7315200" cy="419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action_method_id 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그룹 멀티에이전트 여부</a:t>
                      </a:r>
                    </a:p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그룹 멀티에이전트루트여부</a:t>
                      </a:r>
                    </a:p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그룹 루트액션메소드</a:t>
                      </a:r>
                      <a:r>
                        <a:rPr lang="en-US" altLang="ko-KR" sz="1000" smtClean="0"/>
                        <a:t>ID</a:t>
                      </a:r>
                      <a:endParaRPr lang="ko-KR" altLang="en-US" sz="1000" smtClean="0"/>
                    </a:p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그룹 필요완료액션메소드</a:t>
                      </a:r>
                      <a:r>
                        <a:rPr lang="en-US" altLang="ko-KR" sz="1000" smtClean="0"/>
                        <a:t>IDs</a:t>
                      </a:r>
                      <a:endParaRPr lang="ko-KR" altLang="en-US" sz="1000" smtClean="0"/>
                    </a:p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후속액션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IDs</a:t>
                      </a:r>
                    </a:p>
                    <a:p>
                      <a:pPr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 (X) 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그룹 후속 실행 형태 코드 </a:t>
                      </a:r>
                      <a:r>
                        <a:rPr lang="en-US" altLang="ko-KR" sz="1000" smtClean="0"/>
                        <a:t>(01:</a:t>
                      </a:r>
                      <a:r>
                        <a:rPr lang="ko-KR" altLang="en-US" sz="1000" smtClean="0"/>
                        <a:t>순차</a:t>
                      </a:r>
                      <a:r>
                        <a:rPr lang="en-US" altLang="ko-KR" sz="1000" smtClean="0"/>
                        <a:t>, 02:</a:t>
                      </a:r>
                      <a:r>
                        <a:rPr lang="ko-KR" altLang="en-US" sz="1000" smtClean="0"/>
                        <a:t>병렬</a:t>
                      </a:r>
                      <a:r>
                        <a:rPr lang="en-US" altLang="ko-KR" sz="1000" smtClean="0"/>
                        <a:t>)</a:t>
                      </a:r>
                      <a:endParaRPr lang="ko-KR" altLang="en-US" sz="1000" smtClean="0"/>
                    </a:p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부모 결과를 파라미터로 사용 여부</a:t>
                      </a:r>
                    </a:p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그룹 워크플로우 단계 번호 </a:t>
                      </a:r>
                      <a:r>
                        <a:rPr lang="en-US" altLang="ko-KR" sz="1000" smtClean="0"/>
                        <a:t>(</a:t>
                      </a:r>
                      <a:r>
                        <a:rPr lang="ko-KR" altLang="en-US" sz="1000" smtClean="0"/>
                        <a:t>계층 구조상 단계</a:t>
                      </a:r>
                      <a:r>
                        <a:rPr lang="en-US" altLang="ko-KR" sz="1000" smtClean="0"/>
                        <a:t>)</a:t>
                      </a:r>
                      <a:endParaRPr lang="ko-KR" altLang="en-US" sz="1000" smtClean="0"/>
                    </a:p>
                    <a:p>
                      <a:pPr latinLnBrk="1"/>
                      <a:endParaRPr lang="ko-KR" altLang="en-US" sz="1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1</a:t>
                      </a:r>
                      <a:endParaRPr lang="ko-KR" altLang="en-US" sz="1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02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2</a:t>
                      </a:r>
                      <a:endParaRPr lang="ko-KR" altLang="en-US" sz="1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53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02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2</a:t>
                      </a:r>
                      <a:endParaRPr lang="ko-KR" altLang="en-US" sz="1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54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02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2</a:t>
                      </a:r>
                      <a:endParaRPr lang="ko-KR" altLang="en-US" sz="1000"/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55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52;53;54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3</a:t>
                      </a:r>
                      <a:endParaRPr lang="ko-KR" altLang="en-US" sz="1000"/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56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1</a:t>
                      </a:r>
                      <a:endParaRPr lang="ko-KR" altLang="en-US" sz="1000"/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58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01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2</a:t>
                      </a:r>
                      <a:endParaRPr lang="ko-KR" altLang="en-US" sz="1000"/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59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01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2</a:t>
                      </a:r>
                      <a:endParaRPr lang="ko-KR" altLang="en-US" sz="1000"/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60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01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2</a:t>
                      </a:r>
                      <a:endParaRPr lang="ko-KR" altLang="en-US" sz="1000"/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61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57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58;59;60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Y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3</a:t>
                      </a:r>
                      <a:endParaRPr lang="ko-KR" alt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33796" y="271096"/>
            <a:ext cx="4777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2. </a:t>
            </a:r>
            <a:r>
              <a:rPr lang="ko-KR" altLang="en-US" smtClean="0"/>
              <a:t>멀티에이전트 설정은 별도 화면에서 설정 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06083" y="816635"/>
            <a:ext cx="662072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- </a:t>
            </a:r>
            <a:r>
              <a:rPr lang="ko-KR" altLang="en-US" sz="1000" smtClean="0">
                <a:solidFill>
                  <a:srgbClr val="FF0000"/>
                </a:solidFill>
              </a:rPr>
              <a:t>그룹멀티에이전트여부</a:t>
            </a:r>
            <a:r>
              <a:rPr lang="en-US" altLang="ko-KR" sz="1000" smtClean="0">
                <a:solidFill>
                  <a:srgbClr val="FF0000"/>
                </a:solidFill>
              </a:rPr>
              <a:t>:  </a:t>
            </a:r>
            <a:r>
              <a:rPr lang="ko-KR" altLang="en-US" sz="1000" smtClean="0">
                <a:solidFill>
                  <a:srgbClr val="FF0000"/>
                </a:solidFill>
              </a:rPr>
              <a:t>무조건 </a:t>
            </a:r>
            <a:r>
              <a:rPr lang="en-US" altLang="ko-KR" sz="1000" smtClean="0">
                <a:solidFill>
                  <a:srgbClr val="FF0000"/>
                </a:solidFill>
              </a:rPr>
              <a:t>Y</a:t>
            </a:r>
          </a:p>
          <a:p>
            <a:r>
              <a:rPr lang="en-US" altLang="ko-KR" sz="1000" smtClean="0"/>
              <a:t>- </a:t>
            </a:r>
            <a:r>
              <a:rPr lang="ko-KR" altLang="en-US" sz="1000" smtClean="0"/>
              <a:t>그룹 멀티 에이전트 루트 여부</a:t>
            </a:r>
            <a:r>
              <a:rPr lang="en-US" altLang="ko-KR" sz="1000" smtClean="0"/>
              <a:t>: </a:t>
            </a:r>
            <a:r>
              <a:rPr lang="ko-KR" altLang="en-US" sz="1000" smtClean="0"/>
              <a:t>루트인 경우 </a:t>
            </a:r>
            <a:r>
              <a:rPr lang="en-US" altLang="ko-KR" sz="1000" smtClean="0"/>
              <a:t>Y  : </a:t>
            </a:r>
            <a:r>
              <a:rPr lang="ko-KR" altLang="en-US" sz="1000" smtClean="0"/>
              <a:t>아래의 예시에서는 </a:t>
            </a:r>
            <a:r>
              <a:rPr lang="en-US" altLang="ko-KR" sz="1000" smtClean="0"/>
              <a:t>id</a:t>
            </a:r>
            <a:r>
              <a:rPr lang="ko-KR" altLang="en-US" sz="1000" smtClean="0"/>
              <a:t>가 </a:t>
            </a:r>
            <a:r>
              <a:rPr lang="en-US" altLang="ko-KR" sz="1000" smtClean="0"/>
              <a:t>51, 57 </a:t>
            </a:r>
            <a:r>
              <a:rPr lang="ko-KR" altLang="en-US" sz="1000" smtClean="0"/>
              <a:t>인 경우 설정</a:t>
            </a:r>
            <a:endParaRPr lang="en-US" altLang="ko-KR" sz="1000" smtClean="0"/>
          </a:p>
          <a:p>
            <a:r>
              <a:rPr lang="en-US" altLang="ko-KR" sz="1000" smtClean="0"/>
              <a:t>- </a:t>
            </a:r>
            <a:r>
              <a:rPr lang="ko-KR" altLang="en-US" sz="1000" smtClean="0"/>
              <a:t>그룹 루트액션메소드</a:t>
            </a:r>
            <a:r>
              <a:rPr lang="en-US" altLang="ko-KR" sz="1000" smtClean="0"/>
              <a:t>ID : </a:t>
            </a:r>
            <a:r>
              <a:rPr lang="ko-KR" altLang="en-US" sz="1000" smtClean="0"/>
              <a:t>그룹별로 루트</a:t>
            </a:r>
            <a:r>
              <a:rPr lang="en-US" altLang="ko-KR" sz="1000" smtClean="0"/>
              <a:t>ID : </a:t>
            </a:r>
            <a:r>
              <a:rPr lang="ko-KR" altLang="en-US" sz="1000" smtClean="0"/>
              <a:t>예시에서는 </a:t>
            </a:r>
            <a:r>
              <a:rPr lang="en-US" altLang="ko-KR" sz="1000" smtClean="0"/>
              <a:t>51, 57</a:t>
            </a:r>
          </a:p>
          <a:p>
            <a:r>
              <a:rPr lang="en-US" altLang="ko-KR" sz="1000" smtClean="0"/>
              <a:t>- </a:t>
            </a:r>
            <a:r>
              <a:rPr lang="ko-KR" altLang="en-US" sz="1000" smtClean="0"/>
              <a:t>그룹 필요완료액션메소드</a:t>
            </a:r>
            <a:r>
              <a:rPr lang="en-US" altLang="ko-KR" sz="1000" smtClean="0"/>
              <a:t>IDs : </a:t>
            </a:r>
            <a:r>
              <a:rPr lang="ko-KR" altLang="en-US" sz="1000" smtClean="0"/>
              <a:t>워크플로우 노드별로 선후행 관계 존재</a:t>
            </a:r>
            <a:r>
              <a:rPr lang="en-US" altLang="ko-KR" sz="1000" smtClean="0"/>
              <a:t>, </a:t>
            </a:r>
            <a:r>
              <a:rPr lang="ko-KR" altLang="en-US" sz="1000" smtClean="0">
                <a:solidFill>
                  <a:srgbClr val="FF0000"/>
                </a:solidFill>
              </a:rPr>
              <a:t>선행 </a:t>
            </a:r>
            <a:r>
              <a:rPr lang="en-US" altLang="ko-KR" sz="1000" smtClean="0">
                <a:solidFill>
                  <a:srgbClr val="FF0000"/>
                </a:solidFill>
              </a:rPr>
              <a:t>ID </a:t>
            </a:r>
            <a:r>
              <a:rPr lang="ko-KR" altLang="en-US" sz="1000" smtClean="0"/>
              <a:t>적으면 됨</a:t>
            </a:r>
            <a:r>
              <a:rPr lang="en-US" altLang="ko-KR" sz="1000" smtClean="0"/>
              <a:t>. </a:t>
            </a:r>
            <a:endParaRPr lang="ko-KR" altLang="en-US" sz="1000" smtClean="0"/>
          </a:p>
          <a:p>
            <a:pPr lvl="0">
              <a:defRPr/>
            </a:pPr>
            <a:r>
              <a:rPr lang="en-US" altLang="ko-KR" sz="1000" smtClean="0">
                <a:solidFill>
                  <a:srgbClr val="FF0000"/>
                </a:solidFill>
              </a:rPr>
              <a:t>- </a:t>
            </a:r>
            <a:r>
              <a:rPr lang="ko-KR" altLang="en-US" sz="1000" smtClean="0">
                <a:solidFill>
                  <a:srgbClr val="FF0000"/>
                </a:solidFill>
              </a:rPr>
              <a:t>후속액션</a:t>
            </a:r>
            <a:r>
              <a:rPr lang="en-US" altLang="ko-KR" sz="1000" smtClean="0">
                <a:solidFill>
                  <a:srgbClr val="FF0000"/>
                </a:solidFill>
              </a:rPr>
              <a:t>IDs : </a:t>
            </a:r>
            <a:r>
              <a:rPr lang="ko-KR" altLang="en-US" sz="1000" smtClean="0">
                <a:solidFill>
                  <a:srgbClr val="FF0000"/>
                </a:solidFill>
              </a:rPr>
              <a:t>사용 않함 </a:t>
            </a:r>
            <a:endParaRPr lang="en-US" altLang="ko-KR" sz="100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ko-KR" sz="1000" smtClean="0"/>
              <a:t>- </a:t>
            </a:r>
            <a:r>
              <a:rPr lang="ko-KR" altLang="en-US" sz="1000" smtClean="0"/>
              <a:t>그룹 </a:t>
            </a:r>
            <a:r>
              <a:rPr lang="ko-KR" altLang="en-US" sz="1000"/>
              <a:t>후속 실행 형태 코드 </a:t>
            </a:r>
            <a:r>
              <a:rPr lang="en-US" altLang="ko-KR" sz="1000"/>
              <a:t>(01:</a:t>
            </a:r>
            <a:r>
              <a:rPr lang="ko-KR" altLang="en-US" sz="1000"/>
              <a:t>순차</a:t>
            </a:r>
            <a:r>
              <a:rPr lang="en-US" altLang="ko-KR" sz="1000"/>
              <a:t>, 02:</a:t>
            </a:r>
            <a:r>
              <a:rPr lang="ko-KR" altLang="en-US" sz="1000"/>
              <a:t>병렬</a:t>
            </a:r>
            <a:r>
              <a:rPr lang="en-US" altLang="ko-KR" sz="1000" smtClean="0"/>
              <a:t>) : </a:t>
            </a:r>
            <a:r>
              <a:rPr lang="ko-KR" altLang="en-US" sz="1000" smtClean="0"/>
              <a:t>같은 단계에서 여러 </a:t>
            </a:r>
            <a:r>
              <a:rPr lang="en-US" altLang="ko-KR" sz="1000" smtClean="0"/>
              <a:t>id</a:t>
            </a:r>
            <a:r>
              <a:rPr lang="ko-KR" altLang="en-US" sz="1000" smtClean="0"/>
              <a:t>가 있는 경우 이를 병렬</a:t>
            </a:r>
            <a:r>
              <a:rPr lang="en-US" altLang="ko-KR" sz="1000" smtClean="0"/>
              <a:t>, </a:t>
            </a:r>
            <a:r>
              <a:rPr lang="ko-KR" altLang="en-US" sz="1000" smtClean="0"/>
              <a:t>순차로 수행 가능 </a:t>
            </a:r>
            <a:endParaRPr lang="en-US" altLang="ko-KR" sz="1000" smtClean="0"/>
          </a:p>
          <a:p>
            <a:pPr>
              <a:defRPr/>
            </a:pPr>
            <a:r>
              <a:rPr lang="en-US" altLang="ko-KR" sz="1000" smtClean="0"/>
              <a:t>- </a:t>
            </a:r>
            <a:r>
              <a:rPr lang="ko-KR" altLang="en-US" sz="1000"/>
              <a:t>부모 결과를 파라미터로 사용 </a:t>
            </a:r>
            <a:r>
              <a:rPr lang="ko-KR" altLang="en-US" sz="1000" smtClean="0"/>
              <a:t>여부</a:t>
            </a:r>
            <a:r>
              <a:rPr lang="en-US" altLang="ko-KR" sz="1000" smtClean="0"/>
              <a:t>: </a:t>
            </a:r>
            <a:r>
              <a:rPr lang="ko-KR" altLang="en-US" sz="1000" smtClean="0"/>
              <a:t>부모</a:t>
            </a:r>
            <a:r>
              <a:rPr lang="en-US" altLang="ko-KR" sz="1000" smtClean="0"/>
              <a:t>id</a:t>
            </a:r>
            <a:r>
              <a:rPr lang="ko-KR" altLang="en-US" sz="1000" smtClean="0"/>
              <a:t>의 </a:t>
            </a:r>
            <a:endParaRPr lang="en-US" altLang="ko-KR" sz="1000" smtClean="0"/>
          </a:p>
          <a:p>
            <a:pPr>
              <a:defRPr/>
            </a:pPr>
            <a:r>
              <a:rPr lang="en-US" altLang="ko-KR" sz="1000"/>
              <a:t> </a:t>
            </a:r>
            <a:r>
              <a:rPr lang="en-US" altLang="ko-KR" sz="1000" smtClean="0"/>
              <a:t>  </a:t>
            </a:r>
            <a:r>
              <a:rPr lang="ko-KR" altLang="en-US" sz="1000" smtClean="0"/>
              <a:t>결과를 파라미터로 받는 경우 </a:t>
            </a:r>
            <a:r>
              <a:rPr lang="en-US" altLang="ko-KR" sz="1000" smtClean="0"/>
              <a:t>"Y" </a:t>
            </a:r>
            <a:r>
              <a:rPr lang="ko-KR" altLang="en-US" sz="1000" smtClean="0"/>
              <a:t>로 표시</a:t>
            </a:r>
            <a:endParaRPr lang="en-US" altLang="ko-KR" sz="1000" smtClean="0"/>
          </a:p>
          <a:p>
            <a:pPr>
              <a:defRPr/>
            </a:pPr>
            <a:r>
              <a:rPr lang="en-US" altLang="ko-KR" sz="1000" smtClean="0"/>
              <a:t>- </a:t>
            </a:r>
            <a:r>
              <a:rPr lang="ko-KR" altLang="en-US" sz="1000"/>
              <a:t>그룹 워크플로우 단계 번호 </a:t>
            </a:r>
            <a:r>
              <a:rPr lang="en-US" altLang="ko-KR" sz="1000"/>
              <a:t>(</a:t>
            </a:r>
            <a:r>
              <a:rPr lang="ko-KR" altLang="en-US" sz="1000"/>
              <a:t>계층 구조상 단계</a:t>
            </a:r>
            <a:r>
              <a:rPr lang="en-US" altLang="ko-KR" sz="1000" smtClean="0"/>
              <a:t>) : </a:t>
            </a:r>
          </a:p>
          <a:p>
            <a:pPr>
              <a:defRPr/>
            </a:pPr>
            <a:r>
              <a:rPr lang="en-US" altLang="ko-KR" sz="1000"/>
              <a:t> </a:t>
            </a:r>
            <a:r>
              <a:rPr lang="en-US" altLang="ko-KR" sz="1000" smtClean="0"/>
              <a:t>  </a:t>
            </a:r>
            <a:r>
              <a:rPr lang="ko-KR" altLang="en-US" sz="1000" smtClean="0"/>
              <a:t>단계를 </a:t>
            </a:r>
            <a:r>
              <a:rPr lang="en-US" altLang="ko-KR" sz="1000" smtClean="0"/>
              <a:t>1~n</a:t>
            </a:r>
            <a:r>
              <a:rPr lang="ko-KR" altLang="en-US" sz="1000" smtClean="0"/>
              <a:t>으로 단순히 내려가는 구조이며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각 단계 번호 </a:t>
            </a:r>
            <a:endParaRPr lang="ko-KR" altLang="en-US" sz="1000"/>
          </a:p>
          <a:p>
            <a:pPr>
              <a:defRPr/>
            </a:pPr>
            <a:r>
              <a:rPr lang="ko-KR" altLang="en-US" sz="1000" smtClean="0"/>
              <a:t> </a:t>
            </a:r>
            <a:endParaRPr lang="ko-KR" altLang="en-US" sz="1000"/>
          </a:p>
          <a:p>
            <a:pPr>
              <a:defRPr/>
            </a:pPr>
            <a:endParaRPr lang="ko-KR" altLang="en-US" sz="1000"/>
          </a:p>
          <a:p>
            <a:pPr lvl="0">
              <a:defRPr/>
            </a:pPr>
            <a:r>
              <a:rPr lang="en-US" altLang="ko-KR" sz="1000" smtClean="0">
                <a:solidFill>
                  <a:srgbClr val="FF0000"/>
                </a:solidFill>
              </a:rPr>
              <a:t> </a:t>
            </a:r>
            <a:endParaRPr lang="ko-KR" altLang="en-US" sz="1000" smtClean="0">
              <a:solidFill>
                <a:srgbClr val="FF0000"/>
              </a:solidFill>
            </a:endParaRPr>
          </a:p>
          <a:p>
            <a:endParaRPr lang="ko-KR" altLang="en-US" sz="1000" smtClean="0"/>
          </a:p>
          <a:p>
            <a:endParaRPr lang="en-US" altLang="ko-KR" sz="1000" smtClean="0"/>
          </a:p>
          <a:p>
            <a:endParaRPr lang="ko-KR" altLang="en-US" sz="1000"/>
          </a:p>
        </p:txBody>
      </p:sp>
      <p:sp>
        <p:nvSpPr>
          <p:cNvPr id="2" name="TextBox 1"/>
          <p:cNvSpPr txBox="1"/>
          <p:nvPr/>
        </p:nvSpPr>
        <p:spPr>
          <a:xfrm>
            <a:off x="6153" y="3171092"/>
            <a:ext cx="3567002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solidFill>
                  <a:srgbClr val="FF0000"/>
                </a:solidFill>
              </a:rPr>
              <a:t>Agent </a:t>
            </a:r>
            <a:r>
              <a:rPr lang="ko-KR" altLang="en-US" smtClean="0">
                <a:solidFill>
                  <a:srgbClr val="FF0000"/>
                </a:solidFill>
              </a:rPr>
              <a:t>동작 여부 </a:t>
            </a:r>
            <a:endParaRPr lang="en-US" altLang="ko-KR" smtClean="0">
              <a:solidFill>
                <a:srgbClr val="FF0000"/>
              </a:solidFill>
            </a:endParaRPr>
          </a:p>
          <a:p>
            <a:endParaRPr lang="en-US" altLang="ko-KR">
              <a:solidFill>
                <a:srgbClr val="FF0000"/>
              </a:solidFill>
            </a:endParaRPr>
          </a:p>
          <a:p>
            <a:r>
              <a:rPr lang="en-US" altLang="ko-KR" sz="1000" smtClean="0">
                <a:solidFill>
                  <a:srgbClr val="FF0000"/>
                </a:solidFill>
              </a:rPr>
              <a:t>- url</a:t>
            </a:r>
            <a:r>
              <a:rPr lang="ko-KR" altLang="en-US" sz="1000" smtClean="0">
                <a:solidFill>
                  <a:srgbClr val="FF0000"/>
                </a:solidFill>
              </a:rPr>
              <a:t>을 </a:t>
            </a:r>
            <a:r>
              <a:rPr lang="en-US" altLang="ko-KR" sz="1000" smtClean="0">
                <a:solidFill>
                  <a:srgbClr val="FF0000"/>
                </a:solidFill>
              </a:rPr>
              <a:t>v2</a:t>
            </a:r>
          </a:p>
          <a:p>
            <a:r>
              <a:rPr lang="en-US" altLang="ko-KR" sz="1000"/>
              <a:t>{{baseURL</a:t>
            </a:r>
            <a:r>
              <a:rPr lang="en-US" altLang="ko-KR" sz="1000"/>
              <a:t>}}/</a:t>
            </a:r>
            <a:r>
              <a:rPr lang="en-US" altLang="ko-KR" sz="1000" smtClean="0"/>
              <a:t>ac/v2/chat/predict</a:t>
            </a:r>
          </a:p>
          <a:p>
            <a:r>
              <a:rPr lang="en-US" altLang="ko-KR" sz="1000"/>
              <a:t>- </a:t>
            </a:r>
            <a:r>
              <a:rPr lang="ko-KR" altLang="en-US" sz="1000">
                <a:solidFill>
                  <a:srgbClr val="FF0000"/>
                </a:solidFill>
              </a:rPr>
              <a:t>그룹멀티에이전트여부</a:t>
            </a:r>
            <a:r>
              <a:rPr lang="en-US" altLang="ko-KR" sz="1000">
                <a:solidFill>
                  <a:srgbClr val="FF0000"/>
                </a:solidFill>
              </a:rPr>
              <a:t>:  </a:t>
            </a:r>
            <a:r>
              <a:rPr lang="ko-KR" altLang="en-US" sz="1000">
                <a:solidFill>
                  <a:srgbClr val="FF0000"/>
                </a:solidFill>
              </a:rPr>
              <a:t>무조건 </a:t>
            </a:r>
            <a:r>
              <a:rPr lang="en-US" altLang="ko-KR" sz="1000" smtClean="0">
                <a:solidFill>
                  <a:srgbClr val="FF0000"/>
                </a:solidFill>
              </a:rPr>
              <a:t>Y</a:t>
            </a:r>
          </a:p>
          <a:p>
            <a:endParaRPr lang="en-US" altLang="ko-KR">
              <a:solidFill>
                <a:srgbClr val="FF0000"/>
              </a:solidFill>
            </a:endParaRPr>
          </a:p>
          <a:p>
            <a:r>
              <a:rPr lang="en-US" altLang="ko-KR" sz="1000" smtClean="0"/>
              <a:t>- </a:t>
            </a:r>
            <a:r>
              <a:rPr lang="ko-KR" altLang="en-US" sz="1000" smtClean="0"/>
              <a:t>모든 처리는 로그 테이블에 저장</a:t>
            </a:r>
            <a:endParaRPr lang="en-US" altLang="ko-KR" sz="1000" smtClean="0"/>
          </a:p>
          <a:p>
            <a:r>
              <a:rPr lang="en-US" altLang="ko-KR" sz="1000" smtClean="0"/>
              <a:t>bot_message_log_master</a:t>
            </a:r>
          </a:p>
          <a:p>
            <a:endParaRPr lang="en-US" altLang="ko-KR" sz="1000" smtClean="0"/>
          </a:p>
          <a:p>
            <a:r>
              <a:rPr lang="en-US" altLang="ko-KR" sz="1000" smtClean="0"/>
              <a:t>- </a:t>
            </a:r>
            <a:r>
              <a:rPr lang="ko-KR" altLang="en-US" sz="1000" smtClean="0"/>
              <a:t>실행 자동화 </a:t>
            </a:r>
            <a:endParaRPr lang="en-US" altLang="ko-KR" sz="1000" smtClean="0"/>
          </a:p>
          <a:p>
            <a:r>
              <a:rPr lang="en-US" altLang="ko-KR" sz="1000"/>
              <a:t> </a:t>
            </a:r>
            <a:r>
              <a:rPr lang="en-US" altLang="ko-KR" sz="1000" smtClean="0"/>
              <a:t> . </a:t>
            </a:r>
            <a:r>
              <a:rPr lang="ko-KR" altLang="en-US" sz="1000" smtClean="0"/>
              <a:t>인텐트 </a:t>
            </a:r>
            <a:endParaRPr lang="en-US" altLang="ko-KR" sz="1000"/>
          </a:p>
          <a:p>
            <a:r>
              <a:rPr lang="en-US" altLang="ko-KR" sz="1000" smtClean="0"/>
              <a:t>     - run_01_makeScenarioFromIntent.sh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 . </a:t>
            </a:r>
            <a:r>
              <a:rPr lang="ko-KR" altLang="en-US" sz="1000" smtClean="0"/>
              <a:t>로그 정보 통해 자동 실행 </a:t>
            </a:r>
            <a:r>
              <a:rPr lang="en-US" altLang="ko-KR" sz="1000" smtClean="0"/>
              <a:t>(</a:t>
            </a:r>
            <a:r>
              <a:rPr lang="ko-KR" altLang="en-US" sz="1000" smtClean="0"/>
              <a:t>에러난 부분에 대해 재실행 </a:t>
            </a:r>
            <a:r>
              <a:rPr lang="en-US" altLang="ko-KR" sz="1000" smtClean="0"/>
              <a:t>) </a:t>
            </a:r>
          </a:p>
          <a:p>
            <a:r>
              <a:rPr lang="en-US" altLang="ko-KR" sz="1000" smtClean="0"/>
              <a:t>    - run_04_runMakeScenarioFromMsgLog.sh</a:t>
            </a:r>
            <a:endParaRPr lang="en-US" altLang="ko-KR" sz="100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96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404</Words>
  <Application>Microsoft Office PowerPoint</Application>
  <PresentationFormat>와이드스크린</PresentationFormat>
  <Paragraphs>131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멀티에이전트 설정 가이드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23</cp:revision>
  <dcterms:created xsi:type="dcterms:W3CDTF">2025-08-21T04:58:15Z</dcterms:created>
  <dcterms:modified xsi:type="dcterms:W3CDTF">2025-11-27T07:38:40Z</dcterms:modified>
</cp:coreProperties>
</file>