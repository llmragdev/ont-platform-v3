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42C8F-A9E0-49D2-B84E-F2EEA0468F74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1B744-8A67-425A-87B7-51340C4D81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77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42C8F-A9E0-49D2-B84E-F2EEA0468F74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1B744-8A67-425A-87B7-51340C4D81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3561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42C8F-A9E0-49D2-B84E-F2EEA0468F74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1B744-8A67-425A-87B7-51340C4D81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0720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42C8F-A9E0-49D2-B84E-F2EEA0468F74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1B744-8A67-425A-87B7-51340C4D81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858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42C8F-A9E0-49D2-B84E-F2EEA0468F74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1B744-8A67-425A-87B7-51340C4D81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068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42C8F-A9E0-49D2-B84E-F2EEA0468F74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1B744-8A67-425A-87B7-51340C4D81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6399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42C8F-A9E0-49D2-B84E-F2EEA0468F74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1B744-8A67-425A-87B7-51340C4D81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399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42C8F-A9E0-49D2-B84E-F2EEA0468F74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1B744-8A67-425A-87B7-51340C4D81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7724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42C8F-A9E0-49D2-B84E-F2EEA0468F74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1B744-8A67-425A-87B7-51340C4D81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518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42C8F-A9E0-49D2-B84E-F2EEA0468F74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1B744-8A67-425A-87B7-51340C4D81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499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42C8F-A9E0-49D2-B84E-F2EEA0468F74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F1B744-8A67-425A-87B7-51340C4D81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9628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542C8F-A9E0-49D2-B84E-F2EEA0468F74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F1B744-8A67-425A-87B7-51340C4D810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5918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328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45603" y="3079430"/>
            <a:ext cx="1425390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smtClean="0"/>
              <a:t>bot_project</a:t>
            </a:r>
            <a:endParaRPr lang="ko-KR" altLang="en-US" b="1"/>
          </a:p>
        </p:txBody>
      </p:sp>
      <p:sp>
        <p:nvSpPr>
          <p:cNvPr id="5" name="TextBox 4"/>
          <p:cNvSpPr txBox="1"/>
          <p:nvPr/>
        </p:nvSpPr>
        <p:spPr>
          <a:xfrm>
            <a:off x="3076377" y="3087673"/>
            <a:ext cx="167122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smtClean="0"/>
              <a:t>callbot_intent</a:t>
            </a:r>
            <a:endParaRPr lang="ko-KR" altLang="en-US" b="1"/>
          </a:p>
        </p:txBody>
      </p:sp>
      <p:sp>
        <p:nvSpPr>
          <p:cNvPr id="6" name="TextBox 5"/>
          <p:cNvSpPr txBox="1"/>
          <p:nvPr/>
        </p:nvSpPr>
        <p:spPr>
          <a:xfrm>
            <a:off x="4298066" y="1898199"/>
            <a:ext cx="250318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smtClean="0"/>
              <a:t>callbot_entity_master</a:t>
            </a:r>
            <a:endParaRPr lang="ko-KR" altLang="en-US" b="1"/>
          </a:p>
        </p:txBody>
      </p:sp>
      <p:sp>
        <p:nvSpPr>
          <p:cNvPr id="7" name="TextBox 6"/>
          <p:cNvSpPr txBox="1"/>
          <p:nvPr/>
        </p:nvSpPr>
        <p:spPr>
          <a:xfrm>
            <a:off x="5692408" y="3079430"/>
            <a:ext cx="2648482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smtClean="0"/>
              <a:t>callbot_action_method</a:t>
            </a:r>
            <a:endParaRPr lang="ko-KR" altLang="en-US" b="1"/>
          </a:p>
        </p:txBody>
      </p:sp>
      <p:sp>
        <p:nvSpPr>
          <p:cNvPr id="8" name="TextBox 7"/>
          <p:cNvSpPr txBox="1"/>
          <p:nvPr/>
        </p:nvSpPr>
        <p:spPr>
          <a:xfrm>
            <a:off x="9256135" y="3087673"/>
            <a:ext cx="290553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smtClean="0"/>
              <a:t>bot_message_log_master</a:t>
            </a:r>
            <a:endParaRPr lang="ko-KR" altLang="en-US" b="1"/>
          </a:p>
        </p:txBody>
      </p:sp>
      <p:cxnSp>
        <p:nvCxnSpPr>
          <p:cNvPr id="10" name="직선 화살표 연결선 9"/>
          <p:cNvCxnSpPr>
            <a:stCxn id="4" idx="3"/>
            <a:endCxn id="5" idx="1"/>
          </p:cNvCxnSpPr>
          <p:nvPr/>
        </p:nvCxnSpPr>
        <p:spPr>
          <a:xfrm>
            <a:off x="1870993" y="3264096"/>
            <a:ext cx="1205384" cy="82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>
            <a:stCxn id="5" idx="3"/>
            <a:endCxn id="7" idx="1"/>
          </p:cNvCxnSpPr>
          <p:nvPr/>
        </p:nvCxnSpPr>
        <p:spPr>
          <a:xfrm flipV="1">
            <a:off x="4747604" y="3264096"/>
            <a:ext cx="944804" cy="82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/>
          <p:cNvCxnSpPr>
            <a:stCxn id="7" idx="3"/>
            <a:endCxn id="8" idx="1"/>
          </p:cNvCxnSpPr>
          <p:nvPr/>
        </p:nvCxnSpPr>
        <p:spPr>
          <a:xfrm>
            <a:off x="8340890" y="3264096"/>
            <a:ext cx="915245" cy="82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168168" y="4277147"/>
            <a:ext cx="284340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smtClean="0"/>
              <a:t>callbot_entity_var_status</a:t>
            </a:r>
            <a:endParaRPr lang="ko-KR" altLang="en-US" b="1"/>
          </a:p>
        </p:txBody>
      </p:sp>
      <p:sp>
        <p:nvSpPr>
          <p:cNvPr id="18" name="TextBox 17"/>
          <p:cNvSpPr txBox="1"/>
          <p:nvPr/>
        </p:nvSpPr>
        <p:spPr>
          <a:xfrm>
            <a:off x="4298066" y="958125"/>
            <a:ext cx="2223686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mtClean="0"/>
              <a:t>callbot_entity_const</a:t>
            </a:r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445603" y="5357525"/>
            <a:ext cx="397416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/>
              <a:t>project </a:t>
            </a:r>
            <a:r>
              <a:rPr lang="ko-KR" altLang="en-US" smtClean="0"/>
              <a:t>단위 봇 동작 </a:t>
            </a:r>
            <a:endParaRPr lang="en-US" altLang="ko-KR" smtClean="0"/>
          </a:p>
          <a:p>
            <a:r>
              <a:rPr lang="ko-KR" altLang="en-US" smtClean="0"/>
              <a:t>인텐트 중심 대화엔진 </a:t>
            </a:r>
            <a:endParaRPr lang="en-US" altLang="ko-KR" smtClean="0"/>
          </a:p>
          <a:p>
            <a:r>
              <a:rPr lang="ko-KR" altLang="en-US" smtClean="0"/>
              <a:t>발화</a:t>
            </a:r>
            <a:r>
              <a:rPr lang="en-US" altLang="ko-KR" smtClean="0"/>
              <a:t>(</a:t>
            </a:r>
            <a:r>
              <a:rPr lang="ko-KR" altLang="en-US" smtClean="0"/>
              <a:t>토큰화</a:t>
            </a:r>
            <a:r>
              <a:rPr lang="en-US" altLang="ko-KR" smtClean="0"/>
              <a:t>)/</a:t>
            </a:r>
            <a:r>
              <a:rPr lang="ko-KR" altLang="en-US" smtClean="0"/>
              <a:t>엔티티 인식</a:t>
            </a:r>
            <a:endParaRPr lang="en-US" altLang="ko-KR" smtClean="0"/>
          </a:p>
          <a:p>
            <a:r>
              <a:rPr lang="ko-KR" altLang="en-US" smtClean="0"/>
              <a:t>엔티티변수상태 따라 동작 상태 분기</a:t>
            </a:r>
            <a:endParaRPr lang="en-US" altLang="ko-KR" smtClean="0"/>
          </a:p>
          <a:p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1541570" y="1898199"/>
            <a:ext cx="2391167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smtClean="0"/>
              <a:t>callbot_intent_token</a:t>
            </a:r>
            <a:endParaRPr lang="ko-KR" altLang="en-US" b="1"/>
          </a:p>
        </p:txBody>
      </p:sp>
      <p:sp>
        <p:nvSpPr>
          <p:cNvPr id="21" name="TextBox 20"/>
          <p:cNvSpPr txBox="1"/>
          <p:nvPr/>
        </p:nvSpPr>
        <p:spPr>
          <a:xfrm>
            <a:off x="6868409" y="976872"/>
            <a:ext cx="121052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mtClean="0"/>
              <a:t>bot_regex</a:t>
            </a:r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3798749" y="245477"/>
            <a:ext cx="2425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대화엔진 테이블 관계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2051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89852" y="349804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대화엔진 용어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1056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32</Words>
  <Application>Microsoft Office PowerPoint</Application>
  <PresentationFormat>와이드스크린</PresentationFormat>
  <Paragraphs>15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계정</dc:creator>
  <cp:lastModifiedBy>Microsoft 계정</cp:lastModifiedBy>
  <cp:revision>6</cp:revision>
  <dcterms:created xsi:type="dcterms:W3CDTF">2025-11-18T08:00:37Z</dcterms:created>
  <dcterms:modified xsi:type="dcterms:W3CDTF">2025-11-18T08:51:29Z</dcterms:modified>
</cp:coreProperties>
</file>