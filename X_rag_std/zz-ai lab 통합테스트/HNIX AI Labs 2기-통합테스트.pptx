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7"/>
  </p:notesMasterIdLst>
  <p:handoutMasterIdLst>
    <p:handoutMasterId r:id="rId8"/>
  </p:handoutMasterIdLst>
  <p:sldIdLst>
    <p:sldId id="1735" r:id="rId5"/>
    <p:sldId id="1739" r:id="rId6"/>
  </p:sldIdLst>
  <p:sldSz cx="9906000" cy="6858000" type="A4"/>
  <p:notesSz cx="6735763" cy="9866313"/>
  <p:defaultTextStyle>
    <a:defPPr>
      <a:defRPr lang="ko-KR"/>
    </a:defPPr>
    <a:lvl1pPr marL="0" algn="l" defTabSz="839876" rtl="0" eaLnBrk="1" latinLnBrk="1" hangingPunct="1">
      <a:defRPr sz="1653" kern="1200">
        <a:solidFill>
          <a:schemeClr val="tx1"/>
        </a:solidFill>
        <a:latin typeface="+mn-lt"/>
        <a:ea typeface="+mn-ea"/>
        <a:cs typeface="+mn-cs"/>
      </a:defRPr>
    </a:lvl1pPr>
    <a:lvl2pPr marL="419938" algn="l" defTabSz="839876" rtl="0" eaLnBrk="1" latinLnBrk="1" hangingPunct="1">
      <a:defRPr sz="1653" kern="1200">
        <a:solidFill>
          <a:schemeClr val="tx1"/>
        </a:solidFill>
        <a:latin typeface="+mn-lt"/>
        <a:ea typeface="+mn-ea"/>
        <a:cs typeface="+mn-cs"/>
      </a:defRPr>
    </a:lvl2pPr>
    <a:lvl3pPr marL="839876" algn="l" defTabSz="839876" rtl="0" eaLnBrk="1" latinLnBrk="1" hangingPunct="1">
      <a:defRPr sz="1653" kern="1200">
        <a:solidFill>
          <a:schemeClr val="tx1"/>
        </a:solidFill>
        <a:latin typeface="+mn-lt"/>
        <a:ea typeface="+mn-ea"/>
        <a:cs typeface="+mn-cs"/>
      </a:defRPr>
    </a:lvl3pPr>
    <a:lvl4pPr marL="1259815" algn="l" defTabSz="839876" rtl="0" eaLnBrk="1" latinLnBrk="1" hangingPunct="1">
      <a:defRPr sz="1653" kern="1200">
        <a:solidFill>
          <a:schemeClr val="tx1"/>
        </a:solidFill>
        <a:latin typeface="+mn-lt"/>
        <a:ea typeface="+mn-ea"/>
        <a:cs typeface="+mn-cs"/>
      </a:defRPr>
    </a:lvl4pPr>
    <a:lvl5pPr marL="1679753" algn="l" defTabSz="839876" rtl="0" eaLnBrk="1" latinLnBrk="1" hangingPunct="1">
      <a:defRPr sz="1653" kern="1200">
        <a:solidFill>
          <a:schemeClr val="tx1"/>
        </a:solidFill>
        <a:latin typeface="+mn-lt"/>
        <a:ea typeface="+mn-ea"/>
        <a:cs typeface="+mn-cs"/>
      </a:defRPr>
    </a:lvl5pPr>
    <a:lvl6pPr marL="2099691" algn="l" defTabSz="839876" rtl="0" eaLnBrk="1" latinLnBrk="1" hangingPunct="1">
      <a:defRPr sz="1653" kern="1200">
        <a:solidFill>
          <a:schemeClr val="tx1"/>
        </a:solidFill>
        <a:latin typeface="+mn-lt"/>
        <a:ea typeface="+mn-ea"/>
        <a:cs typeface="+mn-cs"/>
      </a:defRPr>
    </a:lvl6pPr>
    <a:lvl7pPr marL="2519629" algn="l" defTabSz="839876" rtl="0" eaLnBrk="1" latinLnBrk="1" hangingPunct="1">
      <a:defRPr sz="1653" kern="1200">
        <a:solidFill>
          <a:schemeClr val="tx1"/>
        </a:solidFill>
        <a:latin typeface="+mn-lt"/>
        <a:ea typeface="+mn-ea"/>
        <a:cs typeface="+mn-cs"/>
      </a:defRPr>
    </a:lvl7pPr>
    <a:lvl8pPr marL="2939567" algn="l" defTabSz="839876" rtl="0" eaLnBrk="1" latinLnBrk="1" hangingPunct="1">
      <a:defRPr sz="1653" kern="1200">
        <a:solidFill>
          <a:schemeClr val="tx1"/>
        </a:solidFill>
        <a:latin typeface="+mn-lt"/>
        <a:ea typeface="+mn-ea"/>
        <a:cs typeface="+mn-cs"/>
      </a:defRPr>
    </a:lvl8pPr>
    <a:lvl9pPr marL="3359506" algn="l" defTabSz="839876" rtl="0" eaLnBrk="1" latinLnBrk="1" hangingPunct="1">
      <a:defRPr sz="1653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120" userDrawn="1">
          <p15:clr>
            <a:srgbClr val="A4A3A4"/>
          </p15:clr>
        </p15:guide>
        <p15:guide id="2" orient="horz" pos="4065" userDrawn="1">
          <p15:clr>
            <a:srgbClr val="A4A3A4"/>
          </p15:clr>
        </p15:guide>
        <p15:guide id="3" orient="horz" pos="1026" userDrawn="1">
          <p15:clr>
            <a:srgbClr val="A4A3A4"/>
          </p15:clr>
        </p15:guide>
        <p15:guide id="4" pos="126" userDrawn="1">
          <p15:clr>
            <a:srgbClr val="A4A3A4"/>
          </p15:clr>
        </p15:guide>
        <p15:guide id="5" pos="6114" userDrawn="1">
          <p15:clr>
            <a:srgbClr val="A4A3A4"/>
          </p15:clr>
        </p15:guide>
        <p15:guide id="6" orient="horz" pos="109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29496"/>
    <a:srgbClr val="000000"/>
    <a:srgbClr val="E5E5FA"/>
    <a:srgbClr val="325B9E"/>
    <a:srgbClr val="153569"/>
    <a:srgbClr val="0000FF"/>
    <a:srgbClr val="F7FBFC"/>
    <a:srgbClr val="92D050"/>
    <a:srgbClr val="1DB2EC"/>
    <a:srgbClr val="388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9D5F1E7-5F94-FCA2-167C-87542D8CD500}" v="39" dt="2026-05-19T01:36:00.011"/>
    <p1510:client id="{A3DEAD24-D547-9A77-C9BE-7391CD538E54}" v="4" dt="2026-05-18T23:49:52.378"/>
    <p1510:client id="{A73CA679-FA43-FD13-FDFA-0F33519F1126}" v="3" dt="2026-05-19T03:38:15.605"/>
    <p1510:client id="{EBE9D531-827D-FB0C-5078-DE681054502F}" v="3" dt="2026-05-19T03:38:56.50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1734" y="126"/>
      </p:cViewPr>
      <p:guideLst>
        <p:guide pos="3120"/>
        <p:guide orient="horz" pos="4065"/>
        <p:guide orient="horz" pos="1026"/>
        <p:guide pos="126"/>
        <p:guide pos="6114"/>
        <p:guide orient="horz" pos="109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최도환" userId="S::dh.choi8362@hnix.co.kr::fcbb83f0-cb37-4f4e-9d2f-1e8890683654" providerId="AD" clId="Web-{A73CA679-FA43-FD13-FDFA-0F33519F1126}"/>
    <pc:docChg chg="modSld">
      <pc:chgData name="최도환" userId="S::dh.choi8362@hnix.co.kr::fcbb83f0-cb37-4f4e-9d2f-1e8890683654" providerId="AD" clId="Web-{A73CA679-FA43-FD13-FDFA-0F33519F1126}" dt="2026-05-19T03:38:15.605" v="2" actId="20577"/>
      <pc:docMkLst>
        <pc:docMk/>
      </pc:docMkLst>
      <pc:sldChg chg="modSp">
        <pc:chgData name="최도환" userId="S::dh.choi8362@hnix.co.kr::fcbb83f0-cb37-4f4e-9d2f-1e8890683654" providerId="AD" clId="Web-{A73CA679-FA43-FD13-FDFA-0F33519F1126}" dt="2026-05-19T03:38:15.605" v="2" actId="20577"/>
        <pc:sldMkLst>
          <pc:docMk/>
          <pc:sldMk cId="2329256195" sldId="1724"/>
        </pc:sldMkLst>
        <pc:spChg chg="mod">
          <ac:chgData name="최도환" userId="S::dh.choi8362@hnix.co.kr::fcbb83f0-cb37-4f4e-9d2f-1e8890683654" providerId="AD" clId="Web-{A73CA679-FA43-FD13-FDFA-0F33519F1126}" dt="2026-05-19T03:38:15.605" v="2" actId="20577"/>
          <ac:spMkLst>
            <pc:docMk/>
            <pc:sldMk cId="2329256195" sldId="1724"/>
            <ac:spMk id="3" creationId="{76B0F9D3-E65E-91DE-EDDC-6FBD04007F7B}"/>
          </ac:spMkLst>
        </pc:spChg>
      </pc:sldChg>
    </pc:docChg>
  </pc:docChgLst>
  <pc:docChgLst>
    <pc:chgData name="채재석" userId="S::js.chae1187@hnix.co.kr::d36de071-4a86-4a08-a82d-30a1e4dbd667" providerId="AD" clId="Web-{99D5F1E7-5F94-FCA2-167C-87542D8CD500}"/>
    <pc:docChg chg="modSld">
      <pc:chgData name="채재석" userId="S::js.chae1187@hnix.co.kr::d36de071-4a86-4a08-a82d-30a1e4dbd667" providerId="AD" clId="Web-{99D5F1E7-5F94-FCA2-167C-87542D8CD500}" dt="2026-05-19T01:36:00.011" v="38" actId="20577"/>
      <pc:docMkLst>
        <pc:docMk/>
      </pc:docMkLst>
      <pc:sldChg chg="modSp">
        <pc:chgData name="채재석" userId="S::js.chae1187@hnix.co.kr::d36de071-4a86-4a08-a82d-30a1e4dbd667" providerId="AD" clId="Web-{99D5F1E7-5F94-FCA2-167C-87542D8CD500}" dt="2026-05-19T01:36:00.011" v="38" actId="20577"/>
        <pc:sldMkLst>
          <pc:docMk/>
          <pc:sldMk cId="2329256195" sldId="1724"/>
        </pc:sldMkLst>
        <pc:spChg chg="mod">
          <ac:chgData name="채재석" userId="S::js.chae1187@hnix.co.kr::d36de071-4a86-4a08-a82d-30a1e4dbd667" providerId="AD" clId="Web-{99D5F1E7-5F94-FCA2-167C-87542D8CD500}" dt="2026-05-19T01:36:00.011" v="38" actId="20577"/>
          <ac:spMkLst>
            <pc:docMk/>
            <pc:sldMk cId="2329256195" sldId="1724"/>
            <ac:spMk id="3" creationId="{76B0F9D3-E65E-91DE-EDDC-6FBD04007F7B}"/>
          </ac:spMkLst>
        </pc:spChg>
      </pc:sldChg>
    </pc:docChg>
  </pc:docChgLst>
  <pc:docChgLst>
    <pc:chgData name="오명섭" userId="S::ms.oh1723@hnix.co.kr::ad196fd4-94e6-4341-a138-93bc8b3d8b80" providerId="AD" clId="Web-{A3DEAD24-D547-9A77-C9BE-7391CD538E54}"/>
    <pc:docChg chg="modSld">
      <pc:chgData name="오명섭" userId="S::ms.oh1723@hnix.co.kr::ad196fd4-94e6-4341-a138-93bc8b3d8b80" providerId="AD" clId="Web-{A3DEAD24-D547-9A77-C9BE-7391CD538E54}" dt="2026-05-18T23:49:52.378" v="3" actId="20577"/>
      <pc:docMkLst>
        <pc:docMk/>
      </pc:docMkLst>
      <pc:sldChg chg="modSp">
        <pc:chgData name="오명섭" userId="S::ms.oh1723@hnix.co.kr::ad196fd4-94e6-4341-a138-93bc8b3d8b80" providerId="AD" clId="Web-{A3DEAD24-D547-9A77-C9BE-7391CD538E54}" dt="2026-05-18T23:49:52.378" v="3" actId="20577"/>
        <pc:sldMkLst>
          <pc:docMk/>
          <pc:sldMk cId="1979785845" sldId="1727"/>
        </pc:sldMkLst>
        <pc:spChg chg="mod">
          <ac:chgData name="오명섭" userId="S::ms.oh1723@hnix.co.kr::ad196fd4-94e6-4341-a138-93bc8b3d8b80" providerId="AD" clId="Web-{A3DEAD24-D547-9A77-C9BE-7391CD538E54}" dt="2026-05-18T23:49:52.378" v="3" actId="20577"/>
          <ac:spMkLst>
            <pc:docMk/>
            <pc:sldMk cId="1979785845" sldId="1727"/>
            <ac:spMk id="3" creationId="{262A4E23-1C51-CA18-B0AF-961501404C45}"/>
          </ac:spMkLst>
        </pc:spChg>
      </pc:sldChg>
    </pc:docChg>
  </pc:docChgLst>
  <pc:docChgLst>
    <pc:chgData name="최도환" userId="S::dh.choi8362@hnix.co.kr::fcbb83f0-cb37-4f4e-9d2f-1e8890683654" providerId="AD" clId="Web-{EBE9D531-827D-FB0C-5078-DE681054502F}"/>
    <pc:docChg chg="modSld">
      <pc:chgData name="최도환" userId="S::dh.choi8362@hnix.co.kr::fcbb83f0-cb37-4f4e-9d2f-1e8890683654" providerId="AD" clId="Web-{EBE9D531-827D-FB0C-5078-DE681054502F}" dt="2026-05-19T03:38:56.504" v="2" actId="20577"/>
      <pc:docMkLst>
        <pc:docMk/>
      </pc:docMkLst>
      <pc:sldChg chg="modSp">
        <pc:chgData name="최도환" userId="S::dh.choi8362@hnix.co.kr::fcbb83f0-cb37-4f4e-9d2f-1e8890683654" providerId="AD" clId="Web-{EBE9D531-827D-FB0C-5078-DE681054502F}" dt="2026-05-19T03:38:56.504" v="2" actId="20577"/>
        <pc:sldMkLst>
          <pc:docMk/>
          <pc:sldMk cId="2329256195" sldId="1724"/>
        </pc:sldMkLst>
        <pc:spChg chg="mod">
          <ac:chgData name="최도환" userId="S::dh.choi8362@hnix.co.kr::fcbb83f0-cb37-4f4e-9d2f-1e8890683654" providerId="AD" clId="Web-{EBE9D531-827D-FB0C-5078-DE681054502F}" dt="2026-05-19T03:38:56.504" v="2" actId="20577"/>
          <ac:spMkLst>
            <pc:docMk/>
            <pc:sldMk cId="2329256195" sldId="1724"/>
            <ac:spMk id="3" creationId="{76B0F9D3-E65E-91DE-EDDC-6FBD04007F7B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18831" cy="495029"/>
          </a:xfrm>
          <a:prstGeom prst="rect">
            <a:avLst/>
          </a:prstGeom>
        </p:spPr>
        <p:txBody>
          <a:bodyPr vert="horz" lIns="90644" tIns="45322" rIns="90644" bIns="45322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15374" y="1"/>
            <a:ext cx="2918831" cy="495029"/>
          </a:xfrm>
          <a:prstGeom prst="rect">
            <a:avLst/>
          </a:prstGeom>
        </p:spPr>
        <p:txBody>
          <a:bodyPr vert="horz" lIns="90644" tIns="45322" rIns="90644" bIns="45322" rtlCol="0"/>
          <a:lstStyle>
            <a:lvl1pPr algn="r">
              <a:defRPr sz="1200"/>
            </a:lvl1pPr>
          </a:lstStyle>
          <a:p>
            <a:fld id="{A6FE83AA-EB65-41BF-89C7-EFB2B1343227}" type="datetimeFigureOut">
              <a:rPr lang="ko-KR" altLang="en-US" smtClean="0"/>
              <a:t>2026-05-19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371286"/>
            <a:ext cx="2918831" cy="495028"/>
          </a:xfrm>
          <a:prstGeom prst="rect">
            <a:avLst/>
          </a:prstGeom>
        </p:spPr>
        <p:txBody>
          <a:bodyPr vert="horz" lIns="90644" tIns="45322" rIns="90644" bIns="45322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15374" y="9371286"/>
            <a:ext cx="2918831" cy="495028"/>
          </a:xfrm>
          <a:prstGeom prst="rect">
            <a:avLst/>
          </a:prstGeom>
        </p:spPr>
        <p:txBody>
          <a:bodyPr vert="horz" lIns="90644" tIns="45322" rIns="90644" bIns="45322" rtlCol="0" anchor="b"/>
          <a:lstStyle>
            <a:lvl1pPr algn="r">
              <a:defRPr sz="1200"/>
            </a:lvl1pPr>
          </a:lstStyle>
          <a:p>
            <a:fld id="{D0DBD452-AEA4-4F3F-B392-F11A241CD6E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597068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18621" cy="494813"/>
          </a:xfrm>
          <a:prstGeom prst="rect">
            <a:avLst/>
          </a:prstGeom>
        </p:spPr>
        <p:txBody>
          <a:bodyPr vert="horz" lIns="90644" tIns="45322" rIns="90644" bIns="45322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15572" y="0"/>
            <a:ext cx="2918621" cy="494813"/>
          </a:xfrm>
          <a:prstGeom prst="rect">
            <a:avLst/>
          </a:prstGeom>
        </p:spPr>
        <p:txBody>
          <a:bodyPr vert="horz" lIns="90644" tIns="45322" rIns="90644" bIns="45322" rtlCol="0"/>
          <a:lstStyle>
            <a:lvl1pPr algn="r">
              <a:defRPr sz="1200"/>
            </a:lvl1pPr>
          </a:lstStyle>
          <a:p>
            <a:fld id="{0B8CD29C-7AB3-424C-A884-DCFB29C86DEB}" type="datetimeFigureOut">
              <a:rPr lang="ko-KR" altLang="en-US" smtClean="0"/>
              <a:t>2026-05-19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63613" y="1233488"/>
            <a:ext cx="4808537" cy="3330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644" tIns="45322" rIns="90644" bIns="45322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3891" y="4747996"/>
            <a:ext cx="5387982" cy="3884437"/>
          </a:xfrm>
          <a:prstGeom prst="rect">
            <a:avLst/>
          </a:prstGeom>
        </p:spPr>
        <p:txBody>
          <a:bodyPr vert="horz" lIns="90644" tIns="45322" rIns="90644" bIns="45322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371501"/>
            <a:ext cx="2918621" cy="494813"/>
          </a:xfrm>
          <a:prstGeom prst="rect">
            <a:avLst/>
          </a:prstGeom>
        </p:spPr>
        <p:txBody>
          <a:bodyPr vert="horz" lIns="90644" tIns="45322" rIns="90644" bIns="45322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15572" y="9371501"/>
            <a:ext cx="2918621" cy="494813"/>
          </a:xfrm>
          <a:prstGeom prst="rect">
            <a:avLst/>
          </a:prstGeom>
        </p:spPr>
        <p:txBody>
          <a:bodyPr vert="horz" lIns="90644" tIns="45322" rIns="90644" bIns="45322" rtlCol="0" anchor="b"/>
          <a:lstStyle>
            <a:lvl1pPr algn="r">
              <a:defRPr sz="1200"/>
            </a:lvl1pPr>
          </a:lstStyle>
          <a:p>
            <a:fld id="{1187BE51-4B78-4213-A6BD-B385C0EE52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47146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제목 22"/>
          <p:cNvSpPr>
            <a:spLocks noGrp="1"/>
          </p:cNvSpPr>
          <p:nvPr>
            <p:ph type="title" hasCustomPrompt="1"/>
          </p:nvPr>
        </p:nvSpPr>
        <p:spPr>
          <a:xfrm>
            <a:off x="3183053" y="2558770"/>
            <a:ext cx="5124364" cy="656111"/>
          </a:xfrm>
          <a:prstGeom prst="rect">
            <a:avLst/>
          </a:prstGeom>
        </p:spPr>
        <p:txBody>
          <a:bodyPr/>
          <a:lstStyle>
            <a:lvl1pPr>
              <a:defRPr sz="4600">
                <a:solidFill>
                  <a:srgbClr val="1F3993"/>
                </a:solidFill>
              </a:defRPr>
            </a:lvl1pPr>
          </a:lstStyle>
          <a:p>
            <a:r>
              <a:rPr lang="en-US" altLang="ko-KR"/>
              <a:t>Click to add title</a:t>
            </a:r>
            <a:endParaRPr lang="ko-KR" altLang="en-US"/>
          </a:p>
        </p:txBody>
      </p:sp>
      <p:sp>
        <p:nvSpPr>
          <p:cNvPr id="25" name="텍스트 개체 틀 24"/>
          <p:cNvSpPr>
            <a:spLocks noGrp="1"/>
          </p:cNvSpPr>
          <p:nvPr>
            <p:ph type="body" sz="quarter" idx="10" hasCustomPrompt="1"/>
          </p:nvPr>
        </p:nvSpPr>
        <p:spPr>
          <a:xfrm>
            <a:off x="3183052" y="3313064"/>
            <a:ext cx="5124365" cy="42981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 b="0"/>
            </a:lvl1pPr>
            <a:lvl2pPr>
              <a:defRPr sz="2800" b="0"/>
            </a:lvl2pPr>
            <a:lvl3pPr>
              <a:defRPr sz="2800" b="0"/>
            </a:lvl3pPr>
            <a:lvl4pPr>
              <a:defRPr sz="2800" b="0"/>
            </a:lvl4pPr>
            <a:lvl5pPr>
              <a:defRPr sz="2800" b="0"/>
            </a:lvl5pPr>
          </a:lstStyle>
          <a:p>
            <a:pPr lvl="0"/>
            <a:r>
              <a:rPr lang="en-US" altLang="ko-KR"/>
              <a:t>Click to add subtitle</a:t>
            </a:r>
            <a:endParaRPr lang="ko-KR" altLang="en-US"/>
          </a:p>
        </p:txBody>
      </p:sp>
      <p:sp>
        <p:nvSpPr>
          <p:cNvPr id="31" name="텍스트 개체 틀 30"/>
          <p:cNvSpPr>
            <a:spLocks noGrp="1"/>
          </p:cNvSpPr>
          <p:nvPr>
            <p:ph type="body" sz="quarter" idx="11" hasCustomPrompt="1"/>
          </p:nvPr>
        </p:nvSpPr>
        <p:spPr>
          <a:xfrm>
            <a:off x="3183052" y="4186525"/>
            <a:ext cx="4145067" cy="1273997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>
              <a:buFontTx/>
              <a:buNone/>
              <a:defRPr sz="1600" b="1"/>
            </a:lvl1pPr>
            <a:lvl2pPr marL="503950" indent="0" algn="r">
              <a:buFontTx/>
              <a:buNone/>
              <a:defRPr sz="1600" b="0"/>
            </a:lvl2pPr>
            <a:lvl3pPr marL="1007901" indent="0" algn="r">
              <a:buFontTx/>
              <a:buNone/>
              <a:defRPr sz="1600" b="0"/>
            </a:lvl3pPr>
            <a:lvl4pPr marL="1511851" indent="0" algn="r">
              <a:buFontTx/>
              <a:buNone/>
              <a:defRPr sz="1600" b="0"/>
            </a:lvl4pPr>
            <a:lvl5pPr marL="2015802" indent="0" algn="r">
              <a:buFontTx/>
              <a:buNone/>
              <a:defRPr sz="1600" b="0"/>
            </a:lvl5pPr>
          </a:lstStyle>
          <a:p>
            <a:pPr lvl="0"/>
            <a:r>
              <a:rPr lang="en-US" altLang="ko-KR"/>
              <a:t>Date &amp; Name</a:t>
            </a:r>
            <a:endParaRPr lang="ko-KR" altLang="en-US"/>
          </a:p>
        </p:txBody>
      </p:sp>
      <p:pic>
        <p:nvPicPr>
          <p:cNvPr id="6" name="그림 5" descr="그래픽, 폰트, 그래픽 디자인, 스크린샷이(가) 표시된 사진&#10;&#10;자동 생성된 설명">
            <a:extLst>
              <a:ext uri="{FF2B5EF4-FFF2-40B4-BE49-F238E27FC236}">
                <a16:creationId xmlns:a16="http://schemas.microsoft.com/office/drawing/2014/main" id="{A0AEFB97-EFC2-D9BE-7FBE-8C77B352E05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4550" y="6261040"/>
            <a:ext cx="1245324" cy="394716"/>
          </a:xfrm>
          <a:prstGeom prst="rect">
            <a:avLst/>
          </a:prstGeom>
        </p:spPr>
      </p:pic>
      <p:pic>
        <p:nvPicPr>
          <p:cNvPr id="3" name="그림 2" descr="곡선, 예술이(가) 표시된 사진&#10;&#10;중간 신뢰도로 자동 생성된 설명">
            <a:extLst>
              <a:ext uri="{FF2B5EF4-FFF2-40B4-BE49-F238E27FC236}">
                <a16:creationId xmlns:a16="http://schemas.microsoft.com/office/drawing/2014/main" id="{FCB58549-9089-BC29-46F1-6EA3A7D3C50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16"/>
          <a:stretch/>
        </p:blipFill>
        <p:spPr>
          <a:xfrm>
            <a:off x="0" y="0"/>
            <a:ext cx="66579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60241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00025" y="314336"/>
            <a:ext cx="8929849" cy="491060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r>
              <a:rPr lang="en-US" altLang="ko-KR"/>
              <a:t>Click to add title</a:t>
            </a:r>
            <a:endParaRPr lang="en-US"/>
          </a:p>
        </p:txBody>
      </p:sp>
      <p:sp>
        <p:nvSpPr>
          <p:cNvPr id="8" name="텍스트 개체 틀 7"/>
          <p:cNvSpPr>
            <a:spLocks noGrp="1"/>
          </p:cNvSpPr>
          <p:nvPr>
            <p:ph type="body" sz="quarter" idx="10"/>
          </p:nvPr>
        </p:nvSpPr>
        <p:spPr>
          <a:xfrm>
            <a:off x="200025" y="1033670"/>
            <a:ext cx="9505950" cy="5367130"/>
          </a:xfrm>
          <a:prstGeom prst="rect">
            <a:avLst/>
          </a:prstGeom>
        </p:spPr>
        <p:txBody>
          <a:bodyPr/>
          <a:lstStyle>
            <a:lvl1pPr marL="179388" indent="-179388">
              <a:defRPr sz="1200"/>
            </a:lvl1pPr>
            <a:lvl2pPr marL="357188" indent="-88900">
              <a:defRPr sz="1200"/>
            </a:lvl2pPr>
            <a:lvl3pPr marL="447675" indent="-90488">
              <a:defRPr sz="1200"/>
            </a:lvl3pPr>
            <a:lvl4pPr marL="536575" indent="-88900">
              <a:defRPr sz="1200"/>
            </a:lvl4pPr>
            <a:lvl5pPr marL="625475" indent="-88900">
              <a:defRPr sz="1200"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3768308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6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pos="6114" userDrawn="1">
          <p15:clr>
            <a:srgbClr val="FBAE40"/>
          </p15:clr>
        </p15:guide>
        <p15:guide id="4" orient="horz" pos="640" userDrawn="1">
          <p15:clr>
            <a:srgbClr val="FBAE40"/>
          </p15:clr>
        </p15:guide>
        <p15:guide id="5" orient="horz" pos="402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3348915" y="2124141"/>
            <a:ext cx="5795085" cy="491060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rgbClr val="1F3993"/>
                </a:solidFill>
                <a:latin typeface="+mj-ea"/>
                <a:ea typeface="+mj-ea"/>
              </a:defRPr>
            </a:lvl1pPr>
          </a:lstStyle>
          <a:p>
            <a:r>
              <a:rPr lang="en-US" err="1"/>
              <a:t>Contants</a:t>
            </a:r>
            <a:endParaRPr lang="en-US"/>
          </a:p>
        </p:txBody>
      </p:sp>
      <p:sp>
        <p:nvSpPr>
          <p:cNvPr id="9" name="텍스트 개체 틀 8"/>
          <p:cNvSpPr>
            <a:spLocks noGrp="1"/>
          </p:cNvSpPr>
          <p:nvPr>
            <p:ph type="body" sz="quarter" idx="10" hasCustomPrompt="1"/>
          </p:nvPr>
        </p:nvSpPr>
        <p:spPr>
          <a:xfrm>
            <a:off x="3348915" y="2683982"/>
            <a:ext cx="5795085" cy="3309799"/>
          </a:xfrm>
          <a:prstGeom prst="rect">
            <a:avLst/>
          </a:prstGeom>
        </p:spPr>
        <p:txBody>
          <a:bodyPr/>
          <a:lstStyle>
            <a:lvl1pPr marL="357188" indent="-357188">
              <a:defRPr sz="2000">
                <a:latin typeface="+mn-ea"/>
                <a:ea typeface="+mn-ea"/>
              </a:defRPr>
            </a:lvl1pPr>
          </a:lstStyle>
          <a:p>
            <a:pPr lvl="0"/>
            <a:r>
              <a:rPr lang="en-US" altLang="ko-KR"/>
              <a:t>Text</a:t>
            </a:r>
          </a:p>
          <a:p>
            <a:pPr lvl="0"/>
            <a:r>
              <a:rPr lang="en-US" altLang="ko-KR"/>
              <a:t>Text</a:t>
            </a:r>
            <a:endParaRPr lang="ko-KR" altLang="en-US"/>
          </a:p>
        </p:txBody>
      </p:sp>
      <p:pic>
        <p:nvPicPr>
          <p:cNvPr id="2" name="그림 1" descr="곡선, 예술이(가) 표시된 사진&#10;&#10;중간 신뢰도로 자동 생성된 설명">
            <a:extLst>
              <a:ext uri="{FF2B5EF4-FFF2-40B4-BE49-F238E27FC236}">
                <a16:creationId xmlns:a16="http://schemas.microsoft.com/office/drawing/2014/main" id="{E5D37888-0E80-0991-49A8-0D05D8DCCEE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16"/>
          <a:stretch/>
        </p:blipFill>
        <p:spPr>
          <a:xfrm>
            <a:off x="0" y="0"/>
            <a:ext cx="6657975" cy="6858000"/>
          </a:xfrm>
          <a:prstGeom prst="rect">
            <a:avLst/>
          </a:prstGeom>
        </p:spPr>
      </p:pic>
      <p:pic>
        <p:nvPicPr>
          <p:cNvPr id="3" name="그림 2" descr="그래픽, 폰트, 그래픽 디자인, 스크린샷이(가) 표시된 사진&#10;&#10;자동 생성된 설명">
            <a:extLst>
              <a:ext uri="{FF2B5EF4-FFF2-40B4-BE49-F238E27FC236}">
                <a16:creationId xmlns:a16="http://schemas.microsoft.com/office/drawing/2014/main" id="{0D25DA63-F888-B319-9161-59013D00536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4550" y="6261040"/>
            <a:ext cx="1245324" cy="394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5215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570148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 userDrawn="1"/>
        </p:nvSpPr>
        <p:spPr>
          <a:xfrm>
            <a:off x="214954" y="6545613"/>
            <a:ext cx="190501" cy="1905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53"/>
          </a:p>
        </p:txBody>
      </p:sp>
      <p:sp>
        <p:nvSpPr>
          <p:cNvPr id="8" name="슬라이드 번호 개체 틀 4"/>
          <p:cNvSpPr txBox="1">
            <a:spLocks/>
          </p:cNvSpPr>
          <p:nvPr userDrawn="1"/>
        </p:nvSpPr>
        <p:spPr>
          <a:xfrm>
            <a:off x="152896" y="6534689"/>
            <a:ext cx="311477" cy="198704"/>
          </a:xfrm>
          <a:prstGeom prst="rect">
            <a:avLst/>
          </a:prstGeom>
        </p:spPr>
        <p:txBody>
          <a:bodyPr wrap="none" lIns="0" tIns="0" rIns="0" bIns="0" anchor="ctr" anchorCtr="0"/>
          <a:lstStyle>
            <a:lvl1pPr algn="r">
              <a:defRPr sz="8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defRPr>
            </a:lvl1pPr>
          </a:lstStyle>
          <a:p>
            <a:pPr marL="0" marR="0" lvl="0" indent="0" algn="ctr" defTabSz="914361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63A384F-552B-442D-B730-3FD4C549F213}" type="slidenum">
              <a:rPr kumimoji="1" lang="ko-KR" altLang="en-US" sz="7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굴림" charset="-127"/>
                <a:cs typeface="Arial" panose="020B0604020202020204" pitchFamily="34" charset="0"/>
              </a:rPr>
              <a:pPr marL="0" marR="0" lvl="0" indent="0" algn="ctr" defTabSz="914361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ko-KR" altLang="en-US" sz="7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굴림" charset="-127"/>
              <a:cs typeface="Arial" panose="020B0604020202020204" pitchFamily="34" charset="0"/>
            </a:endParaRPr>
          </a:p>
        </p:txBody>
      </p:sp>
      <p:sp>
        <p:nvSpPr>
          <p:cNvPr id="10" name="Text Box 58"/>
          <p:cNvSpPr txBox="1">
            <a:spLocks noChangeArrowheads="1"/>
          </p:cNvSpPr>
          <p:nvPr userDrawn="1"/>
        </p:nvSpPr>
        <p:spPr bwMode="auto">
          <a:xfrm>
            <a:off x="353869" y="6534257"/>
            <a:ext cx="1942303" cy="2044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5778" tIns="47889" rIns="95778" bIns="47889">
            <a:spAutoFit/>
          </a:bodyPr>
          <a:lstStyle/>
          <a:p>
            <a:pPr algn="l" defTabSz="957223">
              <a:defRPr/>
            </a:pPr>
            <a:r>
              <a:rPr lang="en-US" altLang="ko-KR" sz="70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Copyright © 2025 HNIX All Rights Reserved</a:t>
            </a:r>
            <a:endParaRPr lang="ko-KR" altLang="en-US" sz="70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맑은 고딕"/>
              <a:cs typeface="Arial" panose="020B0604020202020204" pitchFamily="34" charset="0"/>
            </a:endParaRPr>
          </a:p>
        </p:txBody>
      </p:sp>
      <p:pic>
        <p:nvPicPr>
          <p:cNvPr id="6" name="그림 5" descr="그래픽, 폰트, 그래픽 디자인, 스크린샷이(가) 표시된 사진&#10;&#10;자동 생성된 설명">
            <a:extLst>
              <a:ext uri="{FF2B5EF4-FFF2-40B4-BE49-F238E27FC236}">
                <a16:creationId xmlns:a16="http://schemas.microsoft.com/office/drawing/2014/main" id="{C6C27A59-2B59-6AED-1DA2-5160C0645407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4808" y="6516004"/>
            <a:ext cx="715066" cy="226646"/>
          </a:xfrm>
          <a:prstGeom prst="rect">
            <a:avLst/>
          </a:prstGeom>
        </p:spPr>
      </p:pic>
      <p:grpSp>
        <p:nvGrpSpPr>
          <p:cNvPr id="7" name="그룹 6">
            <a:extLst>
              <a:ext uri="{FF2B5EF4-FFF2-40B4-BE49-F238E27FC236}">
                <a16:creationId xmlns:a16="http://schemas.microsoft.com/office/drawing/2014/main" id="{66FBBE56-FA57-120E-50B3-799C78315E0C}"/>
              </a:ext>
            </a:extLst>
          </p:cNvPr>
          <p:cNvGrpSpPr/>
          <p:nvPr userDrawn="1"/>
        </p:nvGrpSpPr>
        <p:grpSpPr>
          <a:xfrm>
            <a:off x="210726" y="831930"/>
            <a:ext cx="9695274" cy="45719"/>
            <a:chOff x="-371743" y="1808480"/>
            <a:chExt cx="10293928" cy="858520"/>
          </a:xfrm>
          <a:solidFill>
            <a:srgbClr val="1B3D9E"/>
          </a:solidFill>
        </p:grpSpPr>
        <p:sp>
          <p:nvSpPr>
            <p:cNvPr id="11" name="평행 사변형 10">
              <a:extLst>
                <a:ext uri="{FF2B5EF4-FFF2-40B4-BE49-F238E27FC236}">
                  <a16:creationId xmlns:a16="http://schemas.microsoft.com/office/drawing/2014/main" id="{9ABC4A6B-FA39-0E3D-5C37-2B2683713AFC}"/>
                </a:ext>
              </a:extLst>
            </p:cNvPr>
            <p:cNvSpPr/>
            <p:nvPr/>
          </p:nvSpPr>
          <p:spPr>
            <a:xfrm>
              <a:off x="-371743" y="1808480"/>
              <a:ext cx="1503680" cy="858520"/>
            </a:xfrm>
            <a:prstGeom prst="parallelogram">
              <a:avLst>
                <a:gd name="adj" fmla="val 89106"/>
              </a:avLst>
            </a:prstGeom>
            <a:solidFill>
              <a:srgbClr val="129C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평행 사변형 13">
              <a:extLst>
                <a:ext uri="{FF2B5EF4-FFF2-40B4-BE49-F238E27FC236}">
                  <a16:creationId xmlns:a16="http://schemas.microsoft.com/office/drawing/2014/main" id="{B86D1C93-097C-E275-D15C-69A4BD97DC6D}"/>
                </a:ext>
              </a:extLst>
            </p:cNvPr>
            <p:cNvSpPr/>
            <p:nvPr/>
          </p:nvSpPr>
          <p:spPr>
            <a:xfrm>
              <a:off x="259314" y="1808480"/>
              <a:ext cx="1503680" cy="858520"/>
            </a:xfrm>
            <a:prstGeom prst="parallelogram">
              <a:avLst>
                <a:gd name="adj" fmla="val 8910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평행 사변형 14">
              <a:extLst>
                <a:ext uri="{FF2B5EF4-FFF2-40B4-BE49-F238E27FC236}">
                  <a16:creationId xmlns:a16="http://schemas.microsoft.com/office/drawing/2014/main" id="{18320325-BFC2-17AD-F4B8-C8F8605078BD}"/>
                </a:ext>
              </a:extLst>
            </p:cNvPr>
            <p:cNvSpPr/>
            <p:nvPr/>
          </p:nvSpPr>
          <p:spPr>
            <a:xfrm>
              <a:off x="1398481" y="1808480"/>
              <a:ext cx="8523704" cy="858520"/>
            </a:xfrm>
            <a:prstGeom prst="parallelogram">
              <a:avLst>
                <a:gd name="adj" fmla="val 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5242133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4" r:id="rId3"/>
    <p:sldLayoutId id="2147483667" r:id="rId4"/>
  </p:sldLayoutIdLst>
  <p:txStyles>
    <p:titleStyle>
      <a:lvl1pPr algn="l" defTabSz="1007901" rtl="0" eaLnBrk="1" latinLnBrk="1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514328" indent="-514328" algn="l" defTabSz="1007901" rtl="0" eaLnBrk="1" latinLnBrk="1" hangingPunct="1">
        <a:lnSpc>
          <a:spcPct val="90000"/>
        </a:lnSpc>
        <a:spcBef>
          <a:spcPts val="1102"/>
        </a:spcBef>
        <a:buFont typeface="+mj-lt"/>
        <a:buAutoNum type="arabicPeriod"/>
        <a:defRPr sz="24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755925" indent="-251976" algn="l" defTabSz="1007901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646" kern="1200">
          <a:solidFill>
            <a:schemeClr val="tx1"/>
          </a:solidFill>
          <a:latin typeface="+mn-lt"/>
          <a:ea typeface="+mn-ea"/>
          <a:cs typeface="+mn-cs"/>
        </a:defRPr>
      </a:lvl2pPr>
      <a:lvl3pPr marL="1259876" indent="-251976" algn="l" defTabSz="1007901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205" kern="1200">
          <a:solidFill>
            <a:schemeClr val="tx1"/>
          </a:solidFill>
          <a:latin typeface="+mn-lt"/>
          <a:ea typeface="+mn-ea"/>
          <a:cs typeface="+mn-cs"/>
        </a:defRPr>
      </a:lvl3pPr>
      <a:lvl4pPr marL="1763826" indent="-251976" algn="l" defTabSz="1007901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267777" indent="-251976" algn="l" defTabSz="1007901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771728" indent="-251976" algn="l" defTabSz="1007901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275678" indent="-251976" algn="l" defTabSz="1007901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779628" indent="-251976" algn="l" defTabSz="1007901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283579" indent="-251976" algn="l" defTabSz="1007901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7901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1pPr>
      <a:lvl2pPr marL="503951" algn="l" defTabSz="1007901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1007901" algn="l" defTabSz="1007901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3pPr>
      <a:lvl4pPr marL="1511852" algn="l" defTabSz="1007901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015802" algn="l" defTabSz="1007901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519753" algn="l" defTabSz="1007901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023703" algn="l" defTabSz="1007901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527653" algn="l" defTabSz="1007901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031603" algn="l" defTabSz="1007901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126" userDrawn="1">
          <p15:clr>
            <a:srgbClr val="F26B43"/>
          </p15:clr>
        </p15:guide>
        <p15:guide id="3" pos="611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6B0C8C-178F-E6A3-E5AF-833CF8C968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공통 시나리오 기반 통합 테스트 </a:t>
            </a:r>
            <a:r>
              <a:rPr lang="en-US" altLang="ko-KR"/>
              <a:t>- 1</a:t>
            </a:r>
            <a:endParaRPr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4E7B53F-824A-2FD8-DD25-C88B6322E75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 latinLnBrk="0">
              <a:buNone/>
            </a:pPr>
            <a:r>
              <a:rPr lang="ko-KR" altLang="en-US" sz="1600" b="1"/>
              <a:t>취지</a:t>
            </a:r>
          </a:p>
          <a:p>
            <a:pPr marL="731837" lvl="4" indent="-285750" latinLnBrk="0">
              <a:buFont typeface="Wingdings" panose="05000000000000000000" pitchFamily="2" charset="2"/>
              <a:buChar char="§"/>
            </a:pPr>
            <a:r>
              <a:rPr lang="ko-KR" altLang="en-US" sz="1600"/>
              <a:t>동일한 질문에 대해 1조(온톨로지) · 2조(RAG) · 3조(</a:t>
            </a:r>
            <a:r>
              <a:rPr lang="ko-KR" altLang="en-US" sz="1600" err="1"/>
              <a:t>Snowflake</a:t>
            </a:r>
            <a:r>
              <a:rPr lang="ko-KR" altLang="en-US" sz="1600"/>
              <a:t>)가 어떤 결과를 내는지 비교</a:t>
            </a:r>
          </a:p>
          <a:p>
            <a:pPr marL="731837" lvl="4" indent="-285750" latinLnBrk="0">
              <a:buFont typeface="Wingdings" panose="05000000000000000000" pitchFamily="2" charset="2"/>
              <a:buChar char="§"/>
            </a:pPr>
            <a:r>
              <a:rPr lang="ko-KR" altLang="en-US" sz="1600"/>
              <a:t>각 방식이 어떤 유형의 질문에 강하고 </a:t>
            </a:r>
            <a:r>
              <a:rPr lang="ko-KR" altLang="en-US" sz="1600" err="1"/>
              <a:t>약한지</a:t>
            </a:r>
            <a:r>
              <a:rPr lang="ko-KR" altLang="en-US" sz="1600"/>
              <a:t> 점검 </a:t>
            </a:r>
            <a:endParaRPr lang="en-US" altLang="ko-KR" sz="1600"/>
          </a:p>
          <a:p>
            <a:pPr marL="731837" lvl="4" indent="-285750" latinLnBrk="0">
              <a:buFont typeface="Wingdings" panose="05000000000000000000" pitchFamily="2" charset="2"/>
              <a:buChar char="§"/>
            </a:pPr>
            <a:r>
              <a:rPr lang="ko-KR" altLang="en-US" sz="1600"/>
              <a:t>직접 구현 </a:t>
            </a:r>
            <a:r>
              <a:rPr lang="ko-KR" altLang="en-US" sz="1600" err="1"/>
              <a:t>vs</a:t>
            </a:r>
            <a:r>
              <a:rPr lang="ko-KR" altLang="en-US" sz="1600"/>
              <a:t> 엔터프라이즈 기반의 차이를 함께 확인</a:t>
            </a:r>
          </a:p>
          <a:p>
            <a:pPr marL="731837" lvl="4" indent="-285750" latinLnBrk="0">
              <a:buFont typeface="Wingdings" panose="05000000000000000000" pitchFamily="2" charset="2"/>
              <a:buChar char="§"/>
            </a:pPr>
            <a:r>
              <a:rPr lang="ko-KR" altLang="en-US" sz="1600"/>
              <a:t>결과 차이를 바탕으로 기술 종속적 한계와 개선 방향을 자유롭게 논의</a:t>
            </a:r>
          </a:p>
          <a:p>
            <a:pPr marL="0" indent="0" latinLnBrk="0">
              <a:buNone/>
            </a:pPr>
            <a:endParaRPr lang="en-US" altLang="ko-KR" sz="1600" b="1"/>
          </a:p>
          <a:p>
            <a:pPr marL="0" indent="0" latinLnBrk="0">
              <a:buNone/>
            </a:pPr>
            <a:r>
              <a:rPr lang="ko-KR" altLang="en-US" sz="1600" b="1"/>
              <a:t>진행 방식</a:t>
            </a:r>
          </a:p>
          <a:p>
            <a:pPr marL="731837" lvl="4" indent="-285750" latinLnBrk="0">
              <a:buFont typeface="Wingdings" panose="05000000000000000000" pitchFamily="2" charset="2"/>
              <a:buChar char="§"/>
            </a:pPr>
            <a:r>
              <a:rPr lang="ko-KR" altLang="en-US" sz="1600"/>
              <a:t>파일 업로드 · 인덱싱 · </a:t>
            </a:r>
            <a:r>
              <a:rPr lang="ko-KR" altLang="en-US" sz="1600" err="1"/>
              <a:t>임베딩은</a:t>
            </a:r>
            <a:r>
              <a:rPr lang="ko-KR" altLang="en-US" sz="1600"/>
              <a:t> 각 조에서 사전 준비 (공통 테스트 파일: 기 전달 </a:t>
            </a:r>
            <a:r>
              <a:rPr lang="en-US" altLang="ko-KR" sz="1600"/>
              <a:t>8</a:t>
            </a:r>
            <a:r>
              <a:rPr lang="ko-KR" altLang="en-US" sz="1600"/>
              <a:t>개 대상</a:t>
            </a:r>
            <a:r>
              <a:rPr lang="en-US" altLang="ko-KR" sz="1600"/>
              <a:t>) </a:t>
            </a:r>
          </a:p>
          <a:p>
            <a:pPr marL="731837" lvl="4" indent="-285750" latinLnBrk="0">
              <a:buFont typeface="Wingdings" panose="05000000000000000000" pitchFamily="2" charset="2"/>
              <a:buChar char="§"/>
            </a:pPr>
            <a:r>
              <a:rPr lang="ko-KR" altLang="en-US" sz="1600"/>
              <a:t>각 조 자체 클라이언트(</a:t>
            </a:r>
            <a:r>
              <a:rPr lang="ko-KR" altLang="en-US" sz="1600" err="1"/>
              <a:t>Postman</a:t>
            </a:r>
            <a:r>
              <a:rPr lang="ko-KR" altLang="en-US" sz="1600"/>
              <a:t> 등)로 </a:t>
            </a:r>
            <a:r>
              <a:rPr lang="ko-KR" altLang="en-US" sz="1600" err="1"/>
              <a:t>리트리버</a:t>
            </a:r>
            <a:r>
              <a:rPr lang="ko-KR" altLang="en-US" sz="1600"/>
              <a:t> API 준비</a:t>
            </a:r>
            <a:endParaRPr lang="en-US" altLang="ko-KR" sz="1600"/>
          </a:p>
          <a:p>
            <a:pPr marL="731837" lvl="4" indent="-285750" latinLnBrk="0">
              <a:buFont typeface="Wingdings" panose="05000000000000000000" pitchFamily="2" charset="2"/>
              <a:buChar char="§"/>
            </a:pPr>
            <a:r>
              <a:rPr lang="ko-KR" altLang="en-US" sz="1600" err="1"/>
              <a:t>Response</a:t>
            </a:r>
            <a:r>
              <a:rPr lang="ko-KR" altLang="en-US" sz="1600"/>
              <a:t> 양식은 조별 기존 포맷 유지 — 정확도 표시가 있으면 함께 공유</a:t>
            </a:r>
          </a:p>
          <a:p>
            <a:pPr marL="731837" lvl="4" indent="-285750" latinLnBrk="0">
              <a:buFont typeface="Wingdings" panose="05000000000000000000" pitchFamily="2" charset="2"/>
              <a:buChar char="§"/>
            </a:pPr>
            <a:r>
              <a:rPr lang="ko-KR" altLang="en-US" sz="1600"/>
              <a:t>각 조 API 정의서는 운영진에 전달하여 별도 통합 테스트 진행</a:t>
            </a:r>
          </a:p>
          <a:p>
            <a:pPr marL="731837" lvl="4" indent="-285750" latinLnBrk="0">
              <a:buFont typeface="Wingdings" panose="05000000000000000000" pitchFamily="2" charset="2"/>
              <a:buChar char="§"/>
            </a:pPr>
            <a:r>
              <a:rPr lang="ko-KR" altLang="en-US" sz="1600"/>
              <a:t>공통 시나리오 외에 조별로 추가로 보여주고 싶은 시연이 있으면 자유롭게 포함</a:t>
            </a:r>
            <a:endParaRPr lang="en-US" altLang="ko-KR" sz="1600"/>
          </a:p>
          <a:p>
            <a:pPr marL="731837" lvl="4" indent="-285750" latinLnBrk="0">
              <a:buFont typeface="Wingdings" panose="05000000000000000000" pitchFamily="2" charset="2"/>
              <a:buChar char="§"/>
            </a:pPr>
            <a:endParaRPr lang="en-US" altLang="ko-KR" sz="1600"/>
          </a:p>
          <a:p>
            <a:pPr marL="0" indent="0" latinLnBrk="0">
              <a:buNone/>
            </a:pPr>
            <a:r>
              <a:rPr lang="ko-KR" altLang="en-US" sz="1600" b="1"/>
              <a:t>진행 시기 </a:t>
            </a:r>
          </a:p>
          <a:p>
            <a:pPr marL="731837" lvl="4" indent="-285750" latinLnBrk="0">
              <a:buFont typeface="Wingdings" panose="05000000000000000000" pitchFamily="2" charset="2"/>
              <a:buChar char="§"/>
            </a:pPr>
            <a:r>
              <a:rPr lang="en-US" altLang="ko-KR" sz="1600"/>
              <a:t>1</a:t>
            </a:r>
            <a:r>
              <a:rPr lang="ko-KR" altLang="en-US" sz="1600"/>
              <a:t>차 진행</a:t>
            </a:r>
            <a:r>
              <a:rPr lang="en-US" altLang="ko-KR" sz="1600"/>
              <a:t>: 5</a:t>
            </a:r>
            <a:r>
              <a:rPr lang="ko-KR" altLang="en-US" sz="1600"/>
              <a:t>월 중순 </a:t>
            </a:r>
            <a:r>
              <a:rPr lang="en-US" altLang="ko-KR" sz="1600"/>
              <a:t>~ 6</a:t>
            </a:r>
            <a:r>
              <a:rPr lang="ko-KR" altLang="en-US" sz="1600"/>
              <a:t>월 초</a:t>
            </a:r>
            <a:endParaRPr lang="en-US" altLang="ko-KR" sz="1600"/>
          </a:p>
          <a:p>
            <a:pPr marL="731837" lvl="4" indent="-285750" latinLnBrk="0">
              <a:buFont typeface="Wingdings" panose="05000000000000000000" pitchFamily="2" charset="2"/>
              <a:buChar char="§"/>
            </a:pPr>
            <a:r>
              <a:rPr lang="en-US" altLang="ko-KR" sz="1600"/>
              <a:t>2</a:t>
            </a:r>
            <a:r>
              <a:rPr lang="ko-KR" altLang="en-US" sz="1600"/>
              <a:t>차 진행</a:t>
            </a:r>
            <a:r>
              <a:rPr lang="en-US" altLang="ko-KR" sz="1600"/>
              <a:t>: 6</a:t>
            </a:r>
            <a:r>
              <a:rPr lang="ko-KR" altLang="en-US" sz="1600"/>
              <a:t>월 말 </a:t>
            </a:r>
            <a:r>
              <a:rPr lang="en-US" altLang="ko-KR" sz="1600"/>
              <a:t>~ 7</a:t>
            </a:r>
            <a:r>
              <a:rPr lang="ko-KR" altLang="en-US" sz="1600"/>
              <a:t>월 초</a:t>
            </a:r>
            <a:endParaRPr lang="en-US" altLang="ko-KR" sz="1600"/>
          </a:p>
          <a:p>
            <a:pPr marL="731837" lvl="4" indent="-285750" latinLnBrk="0">
              <a:buFont typeface="Wingdings" panose="05000000000000000000" pitchFamily="2" charset="2"/>
              <a:buChar char="§"/>
            </a:pPr>
            <a:endParaRPr lang="en-US" altLang="ko-KR" sz="1600"/>
          </a:p>
          <a:p>
            <a:pPr marL="731837" lvl="4" indent="-285750" latinLnBrk="0">
              <a:buFont typeface="Wingdings" panose="05000000000000000000" pitchFamily="2" charset="2"/>
              <a:buChar char="§"/>
            </a:pPr>
            <a:endParaRPr lang="en-US" altLang="ko-KR" sz="1600"/>
          </a:p>
          <a:p>
            <a:pPr marL="731837" lvl="4" indent="-285750" latinLnBrk="0">
              <a:buFont typeface="Wingdings" panose="05000000000000000000" pitchFamily="2" charset="2"/>
              <a:buChar char="§"/>
            </a:pPr>
            <a:endParaRPr lang="ko-KR" altLang="en-US" sz="1600"/>
          </a:p>
        </p:txBody>
      </p:sp>
    </p:spTree>
    <p:extLst>
      <p:ext uri="{BB962C8B-B14F-4D97-AF65-F5344CB8AC3E}">
        <p14:creationId xmlns:p14="http://schemas.microsoft.com/office/powerpoint/2010/main" val="21034016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2EDE2D-ADC1-F503-CBA4-E3F2E0BC02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공통 시나리오 기반 통합 테스트 </a:t>
            </a:r>
            <a:r>
              <a:rPr lang="en-US" altLang="ko-KR"/>
              <a:t>- 2</a:t>
            </a:r>
            <a:endParaRPr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587F61C-5952-9D0B-C433-83BC32D87A8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 latinLnBrk="0">
              <a:buNone/>
            </a:pPr>
            <a:r>
              <a:rPr lang="ko-KR" altLang="en-US" sz="1600" b="1"/>
              <a:t>1차 진행 (5월 중순 ~ 6월 초)</a:t>
            </a:r>
          </a:p>
          <a:p>
            <a:pPr marL="731837" lvl="4" indent="-285750" latinLnBrk="0">
              <a:buFont typeface="Wingdings" panose="05000000000000000000" pitchFamily="2" charset="2"/>
              <a:buChar char="§"/>
            </a:pPr>
            <a:r>
              <a:rPr lang="ko-KR" altLang="en-US" sz="1600"/>
              <a:t>3개 조 공통 질문 10~20개 랜덤 호출</a:t>
            </a:r>
          </a:p>
          <a:p>
            <a:pPr marL="731837" lvl="4" indent="-285750" latinLnBrk="0">
              <a:buFont typeface="Wingdings" panose="05000000000000000000" pitchFamily="2" charset="2"/>
              <a:buChar char="§"/>
            </a:pPr>
            <a:r>
              <a:rPr lang="ko-KR" altLang="en-US" sz="1600"/>
              <a:t>호출 결과를 3개 조에 공유</a:t>
            </a:r>
          </a:p>
          <a:p>
            <a:pPr marL="731837" lvl="4" indent="-285750" latinLnBrk="0">
              <a:buFont typeface="Wingdings" panose="05000000000000000000" pitchFamily="2" charset="2"/>
              <a:buChar char="§"/>
            </a:pPr>
            <a:r>
              <a:rPr lang="ko-KR" altLang="en-US" sz="1600"/>
              <a:t>조별 모임에서 답변이 도출되지 않은 이유 논의</a:t>
            </a:r>
          </a:p>
          <a:p>
            <a:pPr marL="731837" lvl="4" indent="-285750" latinLnBrk="0">
              <a:buFont typeface="Wingdings" panose="05000000000000000000" pitchFamily="2" charset="2"/>
              <a:buChar char="§"/>
            </a:pPr>
            <a:r>
              <a:rPr lang="ko-KR" altLang="en-US" sz="1600"/>
              <a:t>조별 분석 및 피드백 정리</a:t>
            </a:r>
          </a:p>
          <a:p>
            <a:pPr marL="0" indent="0" latinLnBrk="0">
              <a:buNone/>
            </a:pPr>
            <a:endParaRPr lang="en-US" altLang="ko-KR" sz="1600" b="1"/>
          </a:p>
          <a:p>
            <a:pPr marL="0" indent="0" latinLnBrk="0">
              <a:buNone/>
            </a:pPr>
            <a:r>
              <a:rPr lang="ko-KR" altLang="en-US" sz="1600" b="1"/>
              <a:t>2차 진행 (6월 말 ~ 7월 초)</a:t>
            </a:r>
          </a:p>
          <a:p>
            <a:pPr marL="731837" lvl="4" indent="-285750" latinLnBrk="0">
              <a:buFont typeface="Wingdings" panose="05000000000000000000" pitchFamily="2" charset="2"/>
              <a:buChar char="§"/>
            </a:pPr>
            <a:r>
              <a:rPr lang="ko-KR" altLang="en-US" sz="1600"/>
              <a:t>1차 결과 반영 및 개선 사항 확인 후 평가</a:t>
            </a:r>
          </a:p>
          <a:p>
            <a:pPr marL="731837" lvl="4" indent="-285750" latinLnBrk="0">
              <a:buFont typeface="Wingdings" panose="05000000000000000000" pitchFamily="2" charset="2"/>
              <a:buChar char="§"/>
            </a:pPr>
            <a:r>
              <a:rPr lang="ko-KR" altLang="en-US" sz="1600"/>
              <a:t>최종 인사이트 도출 — 방식별 강·약점, 직접 구현 vs 엔터프라이즈 차이</a:t>
            </a:r>
          </a:p>
        </p:txBody>
      </p:sp>
    </p:spTree>
    <p:extLst>
      <p:ext uri="{BB962C8B-B14F-4D97-AF65-F5344CB8AC3E}">
        <p14:creationId xmlns:p14="http://schemas.microsoft.com/office/powerpoint/2010/main" val="15529795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3">
      <a:majorFont>
        <a:latin typeface="Arial"/>
        <a:ea typeface="맑은 고딕"/>
        <a:cs typeface=""/>
      </a:majorFont>
      <a:minorFont>
        <a:latin typeface="Arial"/>
        <a:ea typeface="맑은 고딕"/>
        <a:cs typeface="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DBSnC_서식_가로_A" id="{F4CC474D-998A-4907-BB10-154AD1243DFF}" vid="{7848AA64-0F1B-4744-B48D-E22E7C9FAA4D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2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985BED05-E13D-486C-A9FD-5648928965E6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4fba1c2c-8b49-4b20-990b-1541b128feed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D27555FA02088248BF404D20D07C3957" ma:contentTypeVersion="11" ma:contentTypeDescription="새 문서를 만듭니다." ma:contentTypeScope="" ma:versionID="6e53215bc1708a87d42235be94e13ef1">
  <xsd:schema xmlns:xsd="http://www.w3.org/2001/XMLSchema" xmlns:xs="http://www.w3.org/2001/XMLSchema" xmlns:p="http://schemas.microsoft.com/office/2006/metadata/properties" xmlns:ns2="8ee92724-ec00-4630-8ea7-66bbe56cb2b9" xmlns:ns3="3cbf88f0-1f9f-4c98-9a2f-9d6f74fef448" targetNamespace="http://schemas.microsoft.com/office/2006/metadata/properties" ma:root="true" ma:fieldsID="bbbd0f019d984e806f26ba8c56b4dc07" ns2:_="" ns3:_="">
    <xsd:import namespace="8ee92724-ec00-4630-8ea7-66bbe56cb2b9"/>
    <xsd:import namespace="3cbf88f0-1f9f-4c98-9a2f-9d6f74fef44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ee92724-ec00-4630-8ea7-66bbe56cb2b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이미지 태그" ma:readOnly="false" ma:fieldId="{5cf76f15-5ced-4ddc-b409-7134ff3c332f}" ma:taxonomyMulti="true" ma:sspId="84859362-d175-45fb-9f31-e51ec485f26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cbf88f0-1f9f-4c98-9a2f-9d6f74fef448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c2652fef-0e6f-4ec7-bbb5-d56916bf3af7}" ma:internalName="TaxCatchAll" ma:showField="CatchAllData" ma:web="3cbf88f0-1f9f-4c98-9a2f-9d6f74fef44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cbf88f0-1f9f-4c98-9a2f-9d6f74fef448" xsi:nil="true"/>
    <lcf76f155ced4ddcb4097134ff3c332f xmlns="8ee92724-ec00-4630-8ea7-66bbe56cb2b9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2A4B54F6-B296-4F2B-BE11-984A369F3964}">
  <ds:schemaRefs>
    <ds:schemaRef ds:uri="3cbf88f0-1f9f-4c98-9a2f-9d6f74fef448"/>
    <ds:schemaRef ds:uri="8ee92724-ec00-4630-8ea7-66bbe56cb2b9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901FB2C6-BEC6-4A1D-8822-0A950EC6F38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F575EB6-FCCE-4A1E-9FC1-F918CB4941B2}">
  <ds:schemaRefs>
    <ds:schemaRef ds:uri="3cbf88f0-1f9f-4c98-9a2f-9d6f74fef448"/>
    <ds:schemaRef ds:uri="8ee92724-ec00-4630-8ea7-66bbe56cb2b9"/>
    <ds:schemaRef ds:uri="bba47fd4-727d-4a90-9d3a-efe380952a63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HDBSnC_서식_가로_A</Template>
  <TotalTime>0</TotalTime>
  <Words>233</Words>
  <Application>Microsoft Office PowerPoint</Application>
  <PresentationFormat>A4 용지(210x297mm)</PresentationFormat>
  <Paragraphs>28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6" baseType="lpstr">
      <vt:lpstr>맑은 고딕</vt:lpstr>
      <vt:lpstr>Arial</vt:lpstr>
      <vt:lpstr>Wingdings</vt:lpstr>
      <vt:lpstr>Office 테마</vt:lpstr>
      <vt:lpstr>공통 시나리오 기반 통합 테스트 - 1</vt:lpstr>
      <vt:lpstr>공통 시나리오 기반 통합 테스트 - 2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업무보고</dc:title>
  <dc:creator>kimsj</dc:creator>
  <cp:lastModifiedBy>최남규</cp:lastModifiedBy>
  <cp:revision>3</cp:revision>
  <cp:lastPrinted>2025-08-20T06:21:47Z</cp:lastPrinted>
  <dcterms:created xsi:type="dcterms:W3CDTF">2014-03-03T02:17:12Z</dcterms:created>
  <dcterms:modified xsi:type="dcterms:W3CDTF">2026-05-19T08:23:41Z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0x010100D27555FA02088248BF404D20D07C3957</vt:lpwstr>
  </property>
  <property fmtid="{D5CDD505-2E9C-101B-9397-08002B2CF9AE}" pid="3" name="MediaServiceImageTags">
    <vt:lpwstr/>
  </property>
</Properties>
</file>